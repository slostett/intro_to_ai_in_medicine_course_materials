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1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5FB2-5F5B-43C9-8DE6-BA0492430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AC8D6-3957-B803-C659-5290BC82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A392-6B8E-4CAE-8B7E-57A7B371FF4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0C324-6A26-CBFF-3495-2CD40242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B8331-0830-87CD-FACB-2276B476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68E-943E-45C8-8872-5AC6EB8B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13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1698A-A0CB-ADC1-7184-0E6A08077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B1835-A0EE-3921-E043-0464D5904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4481-94E1-1C96-5B58-A4083B42C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BA392-6B8E-4CAE-8B7E-57A7B371FF4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6A07-559E-9FC1-8345-BB959E8A8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4CBA2-E01E-2340-4C7C-EA44ED104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AB68E-943E-45C8-8872-5AC6EB8B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4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8430FF5-B6F7-E733-2870-B73F4736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 to AI for Medicine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C2F15-E4DD-2413-319C-A3D8CD19F3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19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63022B-AB83-FC22-214E-8A8D1AC3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Last Time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3A2D5C-37E6-3361-DA39-1DF06F400B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47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1F880B7-EFA9-4C79-35C6-CAE14F75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This Point…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5DAE3E-0651-45B5-6BE3-E6968F03D3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F11179-9EF4-EC8E-FCB0-649BD1BD6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22445F-5546-4B2C-F807-2ACD2BFF21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03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9523D1F-B321-2573-0890-CD202661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23A36-D595-1D65-C0A1-F855EBD59E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6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F555E9-42B9-2D16-60BC-F2221A2CC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3D3F4-E4A9-75F7-B40C-CB6FF6133F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7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2830A7B-5423-66BB-5501-2B6C89F0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1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1534B-4A0B-38FF-6D48-75A01A515A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7DAEC90-46E2-D850-8231-E540CCD6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24CE69-96E9-E025-D089-5DB21304A3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1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6282C0F-74A5-0216-2883-DAF0DAF4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CB46D6-C879-D9DD-2487-2F1E8EE252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0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8D5A8A6-9754-C60E-F4E1-B287AB09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DD93A-601E-D800-4940-2C8E1C8536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65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7268FBF-6D9E-ECD4-D05B-CD04CDD9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1214E9-8916-1D60-D791-1739ECD250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13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99B30E9-0B32-F003-DED0-6DBBEF0C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2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2AF3D9-775C-35AD-D60F-7E3E70D46A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89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87B29FB-B399-5164-1883-5ECD916EC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973E6-0841-3B7C-CC68-E7D27CC467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70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6974AD1-170F-6E28-3A46-D409212B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F0F10-00D0-81CE-DD8F-099AF401A7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77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AAE335F-9127-073D-0FAF-B55DD26B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29817-CFD5-F8E6-BD05-66AD9EC262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87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7B0B4B-8663-4A46-83B1-FE2BA760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65A5A5-92F6-E547-1BF4-54B02AB9A7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25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80CC11B-9D4C-B5CF-FD6B-6B63F99B0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EE0FD9-A91A-BB80-75F0-5E78803222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730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27F5457-7452-EA75-CEE9-3FCCD9E5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another paper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49252-24F1-653B-A187-62CA1322FC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6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2A0C95E-9AC1-28E1-6340-6140554A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3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C3EA1C-C874-881A-F7AB-D2BEC7DDBC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05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3C389D0-F600-4F6C-F08E-7D86C158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Claims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C40627-F95B-1D25-C8F9-D7768E4F8C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82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A23003C-FE0E-C707-7290-7C33CF92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Pros/Cons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3C11D0-8197-8DE0-221A-ADD6D5E060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35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DFE2BE2-F77E-15E5-30D7-2791D2C51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C508BA-5808-73B9-C5E3-F0D8FFE2D4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8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FA78613-DA65-31D5-155D-80557AEB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4AE756-40E2-2C78-B1E4-B847620D7C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0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84E92AF-F39C-1440-7E63-A884E58EC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F0CE4-57B3-DC68-6CFD-D6802993EB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74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483595C-044D-AB58-B332-6E35DE603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0D4B6-6B5D-DEE5-47BB-807947DBE8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7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A031FB-0B5D-4BAF-232F-2784FDFC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 Sequence Input Is Critical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D9046-BEF7-ECC5-5481-1F86F0C1E4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18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4C2E7E4-4017-1698-CE15-9CE444D1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	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0B04D-BDE2-B8A7-B231-C444802E1E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39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3F755B-EC49-421F-2375-742E6EF7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Should you use this?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480F2F-E6CD-B947-DE81-6B96643DB8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561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93F2CF3-027B-6CC2-F308-6174220E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4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A114B-A6A3-F545-BF31-9EC7E54D84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19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19EB602-C917-43EB-AF0A-DABDE161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Long Short Term Memory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6394FE-DEA5-AB59-2AB9-D45B899C2D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61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F9ACECF-BACF-05AF-E6E9-F20F8359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6E203-24CF-3FE2-0154-80EAEC9160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68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84C7867-6EF1-257B-734A-3E57B91B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DDE441-3B64-6A77-8AFC-25827691C7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84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A4677E6-6EB3-D0DA-9303-BE84EF31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F2966B-8E6D-9563-3440-8EDB8A73CF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92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D8502B-A322-EFB8-DA88-37BCD73A5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26D41-CCB5-5552-2CC5-EA469C2E74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28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17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Intro to AI for Medicine</vt:lpstr>
      <vt:lpstr>Last Time</vt:lpstr>
      <vt:lpstr>By This Point…</vt:lpstr>
      <vt:lpstr>Today</vt:lpstr>
      <vt:lpstr>PowerPoint Presentation</vt:lpstr>
      <vt:lpstr>PowerPoint Presentation</vt:lpstr>
      <vt:lpstr>Case Study 1</vt:lpstr>
      <vt:lpstr>PowerPoint Presentation</vt:lpstr>
      <vt:lpstr>PowerPoint Presentation</vt:lpstr>
      <vt:lpstr>PowerPoint Presentation</vt:lpstr>
      <vt:lpstr>PowerPoint Presentation</vt:lpstr>
      <vt:lpstr>Case Study 2</vt:lpstr>
      <vt:lpstr>PowerPoint Presentation</vt:lpstr>
      <vt:lpstr>PowerPoint Presentation</vt:lpstr>
      <vt:lpstr>PowerPoint Presentation</vt:lpstr>
      <vt:lpstr>PowerPoint Presentation</vt:lpstr>
      <vt:lpstr>Takeaway</vt:lpstr>
      <vt:lpstr>From another paper</vt:lpstr>
      <vt:lpstr>Case Study 3</vt:lpstr>
      <vt:lpstr>Claims</vt:lpstr>
      <vt:lpstr>Business Pros/Cons</vt:lpstr>
      <vt:lpstr>PowerPoint Presentation</vt:lpstr>
      <vt:lpstr>PowerPoint Presentation</vt:lpstr>
      <vt:lpstr>PowerPoint Presentation</vt:lpstr>
      <vt:lpstr>Input</vt:lpstr>
      <vt:lpstr>Multi Sequence Input Is Critical</vt:lpstr>
      <vt:lpstr>Results </vt:lpstr>
      <vt:lpstr>Should you use this?</vt:lpstr>
      <vt:lpstr>Case Study 4</vt:lpstr>
      <vt:lpstr>Long Short Term Memory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2</cp:revision>
  <dcterms:created xsi:type="dcterms:W3CDTF">2025-09-29T22:39:32Z</dcterms:created>
  <dcterms:modified xsi:type="dcterms:W3CDTF">2026-07-12T21:08:00Z</dcterms:modified>
</cp:coreProperties>
</file>
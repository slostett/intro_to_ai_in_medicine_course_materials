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EA9A2-799F-9CC8-AA50-4F723B042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393DD1-CB54-73A1-0F63-621C5711A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B68D0-572F-4174-9495-C4FF65839EE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EF74FB-BEA8-6599-C08F-EB8A9B85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76306F-0D32-7EBE-DE06-92B677080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B63B8-A225-49A3-A4B6-4D4176922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012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F52CF1-5530-5B14-A6A1-D5A48737F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82910-4D83-1BF0-5C75-17DA8CBA5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EB8C0-F39B-4C8B-3845-3D880B3ADF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3B68D0-572F-4174-9495-C4FF65839EE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B0BBE-D518-2DDC-28C7-E79B1FFAD2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BF006-96AA-0444-AA86-E73EA13454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B63B8-A225-49A3-A4B6-4D4176922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777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9F5DF72-5548-900E-828E-7D44DF37B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 to AI for Medicine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34B975-7630-4C98-02FC-7E919EAE570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678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DEFD5AC-237F-745A-BAC8-663DFFBE9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Last Time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FD5778-48E4-5362-2D05-33C5406D9A6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451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C13A8E0-B14D-33D9-4D93-E6E5DBE3F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Python Gang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2A8151-C47B-A7B7-3D55-F34968B8F64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480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580CF78-29AA-32DF-3E3E-7F8C007D3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CF3F13-E0C4-3E79-126C-606F1858566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10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4BCA161-A35E-58EF-DCC6-3A00E3FC3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 Far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E0CE2C-D90D-986D-6305-EA40BF47A2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812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FE33597-7A38-84D4-44F0-C7E1EF9C5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Representing Data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75F305-73FB-B8BC-E041-AAAD467D7DB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910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2924A76-4117-EC27-E027-8BF233C8D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Representing Data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3107B0-E6CD-3AF1-4469-3FEA8EE05DF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900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F7F5985-B59F-6A66-794D-15D78E18B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Representing Data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719A33-A279-CA8A-4DBA-7CAA51BC056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348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5F3F5D2-E7BF-AD91-5285-DFE606DD1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Representing Data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CDE393-BA2D-154E-43BF-8416EC16EE9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723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EC854B2-1BD9-7A83-D34F-1797C962B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Softmax Function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DBE52C-D708-5C2F-46F9-731E443A7F9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695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6C0C62B-8D1D-71CB-DB92-2968202E6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Practice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234D38-8193-E739-4C26-D3CB3DAED07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258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1C50AAE-4529-B3B8-F30C-1645A51A6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Imaging Data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548B6D-5AD3-C19F-5140-27E6E4FF0F2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354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8A79D42-8D09-B5E7-BD0A-EFDB4C5F5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Multi-Channel Images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B6DBAA-E166-689E-9F0F-0E6FA907343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094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4C0C160-A207-AA1D-7710-F919938B1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Bias in Data	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A758BF-7C15-F0F2-68A0-B60FF1CF863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46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43B08A6-8C3E-085A-40CF-5870F260C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Historical Bias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957D24-96A8-552D-5797-569C996CD39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70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EB9D3D5-73BF-86C9-FBD8-2A0CCBA66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Bias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38D781-5626-8C5B-84EA-EBEA8C8B994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083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1910C15-A240-F486-83D5-50D2EADE9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Aggregation Bias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4DFBE9-47AB-DC9E-3871-5750649CFD7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16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78C7311-6A6E-A543-D229-ADA5C1A0E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Label Bias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E42E71-0D9E-3853-5B18-2892E3C6EE7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9446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65BAEEE-4C2E-FA7F-AF17-6B5E06E9D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DDA4C4-6E59-036F-4DEA-EC6821D9396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7405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FC9FC19-F640-B40F-2531-65D6706B1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Labelling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80611C-12A9-D6E7-1BC4-A9788E25E9A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960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C27D978-EA05-BEE6-39EC-4B4F5CF58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Labelling Strategies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DBE6F0-404C-ED63-54BA-DB102F3DA8C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0530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DD31429-E309-7202-FB34-3ABB3092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Augmentation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221B01-4B0C-3D9B-1FA9-9369CD01991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084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0813EC4-160F-FEEC-C92F-121D4C462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Augmentations - Radiology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CD52D9-1AFD-D28A-AC70-56026D51872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4024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7E219A9-9988-B180-819C-4EDBD67BD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Augmentation - SMOTE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D54610-803E-5CC0-B9ED-F4A416D84B0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4242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E29DFA0-4148-74A3-BC9E-078CCBAB0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Medical Dataset Challenges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6F000E-B0A6-5418-0568-8EAECED9795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1380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29B9FAD-527A-ED7F-A439-1253FADDA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Medical Datasets - MIMIC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09A9A5-0965-911D-1D17-87B0501EC99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2152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DF1358-F549-929B-808D-3A2AD4A4C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NIH Chest X-ray Dataset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6BE357-C81B-A31D-6AD7-368235B332B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0349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DFDC270-07C3-3FD8-A76E-A95FAE10A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UK Biobank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379A37-BCEF-29F1-652F-EE5DC2172A9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9808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A27E9EB-F153-D92C-0C09-FDE7EE9B9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Kaggle Database/Challenges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E537E7-90FC-B455-8997-E8D0E3E1C68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804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</Words>
  <Application>Microsoft Office PowerPoint</Application>
  <PresentationFormat>Widescreen</PresentationFormat>
  <Paragraphs>28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Intro to AI for Medicine</vt:lpstr>
      <vt:lpstr>Last Time</vt:lpstr>
      <vt:lpstr>Python Gang</vt:lpstr>
      <vt:lpstr>Agenda</vt:lpstr>
      <vt:lpstr>So Far</vt:lpstr>
      <vt:lpstr>Representing Data</vt:lpstr>
      <vt:lpstr>Representing Data</vt:lpstr>
      <vt:lpstr>Representing Data</vt:lpstr>
      <vt:lpstr>Representing Data</vt:lpstr>
      <vt:lpstr>Softmax Function</vt:lpstr>
      <vt:lpstr>Let’s Practice</vt:lpstr>
      <vt:lpstr>Imaging Data</vt:lpstr>
      <vt:lpstr>Multi-Channel Images</vt:lpstr>
      <vt:lpstr>Bias in Data </vt:lpstr>
      <vt:lpstr>Historical Bias</vt:lpstr>
      <vt:lpstr>Sample Bias</vt:lpstr>
      <vt:lpstr>Aggregation Bias</vt:lpstr>
      <vt:lpstr>Label Bias</vt:lpstr>
      <vt:lpstr>PowerPoint Presentation</vt:lpstr>
      <vt:lpstr>Data Labelling</vt:lpstr>
      <vt:lpstr>Data Labelling Strategies</vt:lpstr>
      <vt:lpstr>Data Augmentation</vt:lpstr>
      <vt:lpstr>Data Augmentations - Radiology</vt:lpstr>
      <vt:lpstr>Data Augmentation - SMOTE</vt:lpstr>
      <vt:lpstr>Medical Dataset Challenges</vt:lpstr>
      <vt:lpstr>Medical Datasets - MIMIC</vt:lpstr>
      <vt:lpstr>NIH Chest X-ray Dataset</vt:lpstr>
      <vt:lpstr>UK Biobank</vt:lpstr>
      <vt:lpstr>Kaggle Database/Challenges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Lostetter</dc:creator>
  <cp:lastModifiedBy>Stephen Lostetter</cp:lastModifiedBy>
  <cp:revision>1</cp:revision>
  <dcterms:created xsi:type="dcterms:W3CDTF">2025-10-21T02:02:34Z</dcterms:created>
  <dcterms:modified xsi:type="dcterms:W3CDTF">2025-10-21T02:02:34Z</dcterms:modified>
</cp:coreProperties>
</file>
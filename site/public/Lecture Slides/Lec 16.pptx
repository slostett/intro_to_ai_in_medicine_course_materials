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8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89FD6A-2827-93C1-664F-699EEC6E5C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9F211D-3D42-6BE3-E5C3-D1AD7E2060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AD5443-5DDA-C040-1485-8516B854DF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A1F95-D11F-4B1A-8B8B-642008C4A75A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5AF375-806C-E48F-E706-FAFB675C64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97AC9E-9202-CCBD-0313-5D4FCCF0E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310FC-4378-46C5-9296-B555146E37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77488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46E8D-8F2B-1A4D-6D6D-0576A4703A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6EBA8B-765B-C9B4-919B-EEE4C61D66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DF76E1-1393-EA3A-B490-0E8D7BD69F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A1F95-D11F-4B1A-8B8B-642008C4A75A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E412D2-8248-5691-1001-936F90B902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C44ADA-904D-5E6E-AD22-BA8C9F5E23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310FC-4378-46C5-9296-B555146E37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18371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848E33-8687-9DD8-FC7A-15D676F0D2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0EF3FF-0F9E-775C-4D99-2C73B637A5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B8EC80-1575-4E16-B513-DFA9CBF697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A1F95-D11F-4B1A-8B8B-642008C4A75A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52D94C-A03C-18EC-E5BA-94339382AF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FD6900-2B73-35BA-7367-8EC809E027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310FC-4378-46C5-9296-B555146E37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27766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043613-1F1D-2B1A-960B-EB96FA5217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F4C06D-70B4-F69E-8FDA-19466762173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46B8D8-8001-5B17-D40D-40D62C5C48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4B75CF-F540-7057-BF11-D2F09F7EA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A1F95-D11F-4B1A-8B8B-642008C4A75A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484BC3-C3D3-00F6-DE40-583E5C1DB1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8F1A58-4021-CC23-2CAB-C1ED40BC0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310FC-4378-46C5-9296-B555146E37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4844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D630E7-2ED9-BE86-4F1B-3533645B48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7946C5-4C40-4BBC-D7AE-50E116132C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C0B399-AB4E-5AE7-8516-894B0A4622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FD3205B-018D-AA98-B176-69377784676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80C1BD6-A0DE-DD67-0063-EA662F3160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056AB95-56C0-6C4B-89FC-1922AD5984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A1F95-D11F-4B1A-8B8B-642008C4A75A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921867D-B5DE-3E85-27CD-818C185296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24A2CD0-C906-98EC-E18F-ECE224B4E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310FC-4378-46C5-9296-B555146E37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88479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D6DF51-FFB7-606B-E402-68CDCEC7CD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E1B49F8-D13C-DB31-90BE-7AA3F0BFAE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A1F95-D11F-4B1A-8B8B-642008C4A75A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8DCC9FC-E660-A9D8-35FE-ECAED39F1A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6BBECC-8ED5-A9A5-A2D4-C9EF94DE8E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310FC-4378-46C5-9296-B555146E37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16256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3CBBF91-3ED3-8323-19BC-5F0D6B728D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A1F95-D11F-4B1A-8B8B-642008C4A75A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D7434ED-453B-AF2E-32B8-304B6470F9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8D3830-BF24-4D2F-6633-6A7770D8C4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310FC-4378-46C5-9296-B555146E37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30693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113F68-26C3-45F4-1B32-34A3043091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E48F07-A910-D5D4-DAAD-8274D1CAC5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22AF89-E6BA-1DEE-A836-32824673C1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E3BBE6-EDE7-2253-7AF9-2E05488854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A1F95-D11F-4B1A-8B8B-642008C4A75A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17A93E-6210-2103-AE6F-269782CEE3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B7CA68-9DDD-4AF8-8195-DB6828DF9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310FC-4378-46C5-9296-B555146E37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69944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AAC4DE-AAEA-AC8B-8A0A-BC2AE0F518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FD3CB5F-43CE-DF58-84DE-DB698BA1B6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EF41CA-401B-6164-C9D7-0F3BD57C83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6BE0B0-FB02-42B9-C5AC-829BABA296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A1F95-D11F-4B1A-8B8B-642008C4A75A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45EBAC-166F-2527-B9AE-E7264DC152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174D54-FFDC-1CB6-034E-957664DC6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310FC-4378-46C5-9296-B555146E37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27393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5906CB-FC06-7093-6A32-FC6D78520F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02BA87-16E7-5826-0300-3C98BF1F8A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3F961F-62A3-2B5D-E5B2-1514A511CC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A1F95-D11F-4B1A-8B8B-642008C4A75A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D67653-5E4B-DAD8-E8E8-61A9C8CD6F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296C82-3CCB-236E-3365-204291E4B8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310FC-4378-46C5-9296-B555146E37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30003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9996B2A-933D-1824-DBA1-85548E883A3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C0DD51-F417-E90E-77A6-E5903D1F72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1B4564-E5B8-129B-DE22-B856E90936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A1F95-D11F-4B1A-8B8B-642008C4A75A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4D5266-13E5-BE78-7F5C-8C515F9355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497F8C-7CC1-D965-A208-1331FB354C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310FC-4378-46C5-9296-B555146E37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3340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7027FA0-3D76-C2B3-1A33-CEB86F400B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49496B-C47B-9716-84EE-EA4AE69900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BBEF15-9D25-56E6-81AB-9A57A3AAC0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0A1F95-D11F-4B1A-8B8B-642008C4A75A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FB28DB-D9B4-771F-5CCF-A90950DE58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AB1F68-E68A-6D75-413B-8110208B8B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D310FC-4378-46C5-9296-B555146E37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2038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87E3EC-1790-14D7-18C4-41D64627C82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Intro to AI in Medicine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031B9B-EC4B-30A9-5266-3E35E08DD06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/>
              <a:t>Lec</a:t>
            </a:r>
            <a:r>
              <a:rPr lang="en-US" dirty="0"/>
              <a:t> 16: Interactive Case Study</a:t>
            </a:r>
          </a:p>
        </p:txBody>
      </p:sp>
    </p:spTree>
    <p:extLst>
      <p:ext uri="{BB962C8B-B14F-4D97-AF65-F5344CB8AC3E}">
        <p14:creationId xmlns:p14="http://schemas.microsoft.com/office/powerpoint/2010/main" val="9363345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163D1B-D7AC-4D5B-5294-34F1D5D6E3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Last time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D28B32-B408-9E33-5B2C-369E3361BB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Discussed AI Superintelligence</a:t>
            </a:r>
          </a:p>
          <a:p>
            <a:r>
              <a:rPr lang="en-US" dirty="0"/>
              <a:t>AGI vs Superintelligence</a:t>
            </a:r>
          </a:p>
          <a:p>
            <a:r>
              <a:rPr lang="en-US" dirty="0"/>
              <a:t>AI Singularity</a:t>
            </a:r>
          </a:p>
          <a:p>
            <a:r>
              <a:rPr lang="en-US" dirty="0"/>
              <a:t>Talked about alignment issues in modern day and how they might translate to issues with a rogue AI (Paperclip problem)</a:t>
            </a:r>
          </a:p>
          <a:p>
            <a:r>
              <a:rPr lang="en-US" dirty="0"/>
              <a:t>Arvind guest lecture about working at Doximity</a:t>
            </a:r>
          </a:p>
        </p:txBody>
      </p:sp>
    </p:spTree>
    <p:extLst>
      <p:ext uri="{BB962C8B-B14F-4D97-AF65-F5344CB8AC3E}">
        <p14:creationId xmlns:p14="http://schemas.microsoft.com/office/powerpoint/2010/main" val="20716016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F64F07-F370-E9E3-48DC-1658B9930A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Today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FAC643-2899-9E12-525E-3B720F7228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Interactive Scenario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0A034DB-AE35-5D45-0336-2C1BC5BFF2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7402" y="2466839"/>
            <a:ext cx="9637195" cy="3845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38080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391EF2-BAEF-1307-61AD-C6A19A9583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138036"/>
            <a:ext cx="4085665" cy="1402470"/>
          </a:xfrm>
        </p:spPr>
        <p:txBody>
          <a:bodyPr anchor="t">
            <a:normAutofit/>
          </a:bodyPr>
          <a:lstStyle/>
          <a:p>
            <a:r>
              <a:rPr lang="en-US" sz="3200"/>
              <a:t>Background</a:t>
            </a:r>
          </a:p>
        </p:txBody>
      </p:sp>
      <p:cxnSp>
        <p:nvCxnSpPr>
          <p:cNvPr id="1031" name="Straight Connector 1030">
            <a:extLst>
              <a:ext uri="{FF2B5EF4-FFF2-40B4-BE49-F238E27FC236}">
                <a16:creationId xmlns:a16="http://schemas.microsoft.com/office/drawing/2014/main" id="{1503BFE4-729B-D9D0-C17B-501E6AF112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5140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0EA6A9-6843-C33D-02F6-F3D131194A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2551176"/>
            <a:ext cx="4085665" cy="3591207"/>
          </a:xfrm>
        </p:spPr>
        <p:txBody>
          <a:bodyPr>
            <a:normAutofit/>
          </a:bodyPr>
          <a:lstStyle/>
          <a:p>
            <a:r>
              <a:rPr lang="en-US" sz="1700"/>
              <a:t>You and 3-5 other physicians from various disciplines are on the AI rollout committee at UNC Hospitals</a:t>
            </a:r>
          </a:p>
          <a:p>
            <a:r>
              <a:rPr lang="en-US" sz="1700"/>
              <a:t>UNC received a $15 million grant to be the first hospital to roll out a suite of AI related diagnostics</a:t>
            </a:r>
          </a:p>
          <a:p>
            <a:r>
              <a:rPr lang="en-US" sz="1700"/>
              <a:t>However, two weeks in things aren’t going so smoothly</a:t>
            </a:r>
          </a:p>
          <a:p>
            <a:r>
              <a:rPr lang="en-US" sz="1700"/>
              <a:t>You have to take in all the info, and come up with a decision to present to the Chief Medical Information Officer (CMIO)</a:t>
            </a:r>
          </a:p>
        </p:txBody>
      </p:sp>
      <p:pic>
        <p:nvPicPr>
          <p:cNvPr id="1026" name="Picture 2" descr="UNC Hospitals | Chapel Hill">
            <a:extLst>
              <a:ext uri="{FF2B5EF4-FFF2-40B4-BE49-F238E27FC236}">
                <a16:creationId xmlns:a16="http://schemas.microsoft.com/office/drawing/2014/main" id="{4180F3FF-8851-AA65-B33A-886ECD918D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559" r="30105"/>
          <a:stretch>
            <a:fillRect/>
          </a:stretch>
        </p:blipFill>
        <p:spPr bwMode="auto">
          <a:xfrm>
            <a:off x="5650992" y="10"/>
            <a:ext cx="6541008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279418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980611-2FE8-AD17-372D-CA51177813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52A26E-D8D0-F149-8CE7-FE61970295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You’ll first have 5 min in breakout rooms to look over the documents.</a:t>
            </a:r>
          </a:p>
          <a:p>
            <a:r>
              <a:rPr lang="en-US" dirty="0"/>
              <a:t>Then, stakeholders will pop into your room for 7 min at a time. They work with a different aspect of the system everyday, so by asking them questions you can learn about things working well or not so well</a:t>
            </a:r>
          </a:p>
          <a:p>
            <a:r>
              <a:rPr lang="en-US" dirty="0"/>
              <a:t>At the end, you have 5 min to think before giving a presentation to the CMIO (me)</a:t>
            </a:r>
          </a:p>
        </p:txBody>
      </p:sp>
    </p:spTree>
    <p:extLst>
      <p:ext uri="{BB962C8B-B14F-4D97-AF65-F5344CB8AC3E}">
        <p14:creationId xmlns:p14="http://schemas.microsoft.com/office/powerpoint/2010/main" val="11892444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49EA4F-D065-280A-16F9-2D558CB474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Three Key Stakeholders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3BBD2F-71E2-A798-080F-1DF695D3A7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James Adams: Engineering lead at Oracle Healthcare</a:t>
            </a:r>
          </a:p>
          <a:p>
            <a:r>
              <a:rPr lang="en-US" dirty="0"/>
              <a:t>Eduardo Canto: UNC Hospitalist</a:t>
            </a:r>
          </a:p>
          <a:p>
            <a:r>
              <a:rPr lang="en-US" dirty="0"/>
              <a:t>Sam Alberto-Fernandez: Patient in the ED that just got admitted</a:t>
            </a:r>
          </a:p>
          <a:p>
            <a:endParaRPr lang="en-US" dirty="0"/>
          </a:p>
          <a:p>
            <a:r>
              <a:rPr lang="en-US" dirty="0"/>
              <a:t>More info on all these people in your handout</a:t>
            </a:r>
          </a:p>
        </p:txBody>
      </p:sp>
    </p:spTree>
    <p:extLst>
      <p:ext uri="{BB962C8B-B14F-4D97-AF65-F5344CB8AC3E}">
        <p14:creationId xmlns:p14="http://schemas.microsoft.com/office/powerpoint/2010/main" val="29656579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3F1D12-1355-2A0F-6AF7-DD655912F3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857" y="2766218"/>
            <a:ext cx="2830286" cy="1325563"/>
          </a:xfrm>
        </p:spPr>
        <p:txBody>
          <a:bodyPr/>
          <a:lstStyle/>
          <a:p>
            <a:r>
              <a:rPr lang="en-US" dirty="0"/>
              <a:t>Let’s Cook!</a:t>
            </a:r>
          </a:p>
        </p:txBody>
      </p:sp>
    </p:spTree>
    <p:extLst>
      <p:ext uri="{BB962C8B-B14F-4D97-AF65-F5344CB8AC3E}">
        <p14:creationId xmlns:p14="http://schemas.microsoft.com/office/powerpoint/2010/main" val="26086413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200</TotalTime>
  <Words>244</Words>
  <Application>Microsoft Office PowerPoint</Application>
  <PresentationFormat>Widescreen</PresentationFormat>
  <Paragraphs>26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Intro to AI in Medicine</vt:lpstr>
      <vt:lpstr>Last time</vt:lpstr>
      <vt:lpstr>Today </vt:lpstr>
      <vt:lpstr>Background</vt:lpstr>
      <vt:lpstr>Workflow</vt:lpstr>
      <vt:lpstr>Three Key Stakeholders</vt:lpstr>
      <vt:lpstr>Let’s Cook!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Stephen Lostetter</dc:creator>
  <cp:lastModifiedBy>Stephen Lostetter</cp:lastModifiedBy>
  <cp:revision>2</cp:revision>
  <dcterms:created xsi:type="dcterms:W3CDTF">2025-11-16T23:11:21Z</dcterms:created>
  <dcterms:modified xsi:type="dcterms:W3CDTF">2025-11-17T02:32:19Z</dcterms:modified>
</cp:coreProperties>
</file>
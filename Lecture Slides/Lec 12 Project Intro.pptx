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Lst>
  <p:sldSz cy="6858000" cx="12192000"/>
  <p:notesSz cx="6858000" cy="9144000"/>
  <p:embeddedFontLst>
    <p:embeddedFont>
      <p:font typeface="Play"/>
      <p:regular r:id="rId18"/>
      <p:bold r:id="rId1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20" roundtripDataSignature="AMtx7mjPQDOYN8POtS4yopfT8iNHfaXOb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customschemas.google.com/relationships/presentationmetadata" Target="metadata"/><Relationship Id="rId11" Type="http://schemas.openxmlformats.org/officeDocument/2006/relationships/slide" Target="slides/slide7.xml"/><Relationship Id="rId10" Type="http://schemas.openxmlformats.org/officeDocument/2006/relationships/slide" Target="slides/slide6.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font" Target="fonts/Play-bold.fntdata"/><Relationship Id="rId6" Type="http://schemas.openxmlformats.org/officeDocument/2006/relationships/slide" Target="slides/slide2.xml"/><Relationship Id="rId18" Type="http://schemas.openxmlformats.org/officeDocument/2006/relationships/font" Target="fonts/Play-regular.fntdata"/><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US" sz="1200" u="none" cap="none" strike="noStrike">
                <a:solidFill>
                  <a:schemeClr val="dk1"/>
                </a:solidFill>
                <a:latin typeface="Arial"/>
                <a:ea typeface="Arial"/>
                <a:cs typeface="Arial"/>
                <a:sym typeface="Arial"/>
              </a:rPr>
              <a:t>‹#›</a:t>
            </a:fld>
            <a:endParaRPr b="0" i="0" sz="1200" u="none" cap="none" strike="noStrike">
              <a:solidFill>
                <a:schemeClr val="dk1"/>
              </a:solidFill>
              <a:latin typeface="Arial"/>
              <a:ea typeface="Arial"/>
              <a:cs typeface="Arial"/>
              <a:sym typeface="Arial"/>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86" name="Google Shape;86;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 name="Shape 90"/>
        <p:cNvGrpSpPr/>
        <p:nvPr/>
      </p:nvGrpSpPr>
      <p:grpSpPr>
        <a:xfrm>
          <a:off x="0" y="0"/>
          <a:ext cx="0" cy="0"/>
          <a:chOff x="0" y="0"/>
          <a:chExt cx="0" cy="0"/>
        </a:xfrm>
      </p:grpSpPr>
      <p:sp>
        <p:nvSpPr>
          <p:cNvPr id="91" name="Google Shape;91;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2" name="Google Shape;92;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 name="Shape 96"/>
        <p:cNvGrpSpPr/>
        <p:nvPr/>
      </p:nvGrpSpPr>
      <p:grpSpPr>
        <a:xfrm>
          <a:off x="0" y="0"/>
          <a:ext cx="0" cy="0"/>
          <a:chOff x="0" y="0"/>
          <a:chExt cx="0" cy="0"/>
        </a:xfrm>
      </p:grpSpPr>
      <p:sp>
        <p:nvSpPr>
          <p:cNvPr id="97" name="Google Shape;97;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8" name="Google Shape;98;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 name="Shape 102"/>
        <p:cNvGrpSpPr/>
        <p:nvPr/>
      </p:nvGrpSpPr>
      <p:grpSpPr>
        <a:xfrm>
          <a:off x="0" y="0"/>
          <a:ext cx="0" cy="0"/>
          <a:chOff x="0" y="0"/>
          <a:chExt cx="0" cy="0"/>
        </a:xfrm>
      </p:grpSpPr>
      <p:sp>
        <p:nvSpPr>
          <p:cNvPr id="103" name="Google Shape;103;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4" name="Google Shape;104;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8" name="Shape 108"/>
        <p:cNvGrpSpPr/>
        <p:nvPr/>
      </p:nvGrpSpPr>
      <p:grpSpPr>
        <a:xfrm>
          <a:off x="0" y="0"/>
          <a:ext cx="0" cy="0"/>
          <a:chOff x="0" y="0"/>
          <a:chExt cx="0" cy="0"/>
        </a:xfrm>
      </p:grpSpPr>
      <p:sp>
        <p:nvSpPr>
          <p:cNvPr id="109" name="Google Shape;109;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0" name="Google Shape;110;p5: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5: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17" name="Google Shape;117;p6: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b="0" i="0" lang="en-US" sz="1200">
                <a:solidFill>
                  <a:schemeClr val="dk1"/>
                </a:solidFill>
                <a:latin typeface="Arial"/>
                <a:ea typeface="Arial"/>
                <a:cs typeface="Arial"/>
                <a:sym typeface="Arial"/>
              </a:rPr>
              <a:t>image segmentation is classification of individual voxels based on small image patches</a:t>
            </a:r>
            <a:endParaRPr/>
          </a:p>
          <a:p>
            <a:pPr indent="0" lvl="0" marL="0" rtl="0" algn="l">
              <a:spcBef>
                <a:spcPts val="0"/>
              </a:spcBef>
              <a:spcAft>
                <a:spcPts val="0"/>
              </a:spcAft>
              <a:buNone/>
            </a:pPr>
            <a:r>
              <a:rPr b="0" i="0" lang="en-US" sz="1200">
                <a:solidFill>
                  <a:schemeClr val="dk1"/>
                </a:solidFill>
                <a:latin typeface="Arial"/>
                <a:ea typeface="Arial"/>
                <a:cs typeface="Arial"/>
                <a:sym typeface="Arial"/>
              </a:rPr>
              <a:t>No using existing LLM on a task or prompt engineering</a:t>
            </a:r>
            <a:endParaRPr/>
          </a:p>
        </p:txBody>
      </p:sp>
      <p:sp>
        <p:nvSpPr>
          <p:cNvPr id="118" name="Google Shape;118;p6: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3" name="Shape 123"/>
        <p:cNvGrpSpPr/>
        <p:nvPr/>
      </p:nvGrpSpPr>
      <p:grpSpPr>
        <a:xfrm>
          <a:off x="0" y="0"/>
          <a:ext cx="0" cy="0"/>
          <a:chOff x="0" y="0"/>
          <a:chExt cx="0" cy="0"/>
        </a:xfrm>
      </p:grpSpPr>
      <p:sp>
        <p:nvSpPr>
          <p:cNvPr id="124" name="Google Shape;124;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5" name="Google Shape;125;p7:notes"/>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b="0" i="0" lang="en-US" sz="1200">
                <a:solidFill>
                  <a:schemeClr val="dk1"/>
                </a:solidFill>
                <a:latin typeface="Arial"/>
                <a:ea typeface="Arial"/>
                <a:cs typeface="Arial"/>
                <a:sym typeface="Arial"/>
              </a:rPr>
              <a:t>image segmentation is classification of individual voxels based on small image patches</a:t>
            </a:r>
            <a:endParaRPr/>
          </a:p>
        </p:txBody>
      </p:sp>
      <p:sp>
        <p:nvSpPr>
          <p:cNvPr id="126" name="Google Shape;126;p7:notes"/>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0" name="Shape 130"/>
        <p:cNvGrpSpPr/>
        <p:nvPr/>
      </p:nvGrpSpPr>
      <p:grpSpPr>
        <a:xfrm>
          <a:off x="0" y="0"/>
          <a:ext cx="0" cy="0"/>
          <a:chOff x="0" y="0"/>
          <a:chExt cx="0" cy="0"/>
        </a:xfrm>
      </p:grpSpPr>
      <p:sp>
        <p:nvSpPr>
          <p:cNvPr id="131" name="Google Shape;131;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2" name="Google Shape;132;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8" name="Google Shape;138;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5" name="Google Shape;145;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9" name="Shape 149"/>
        <p:cNvGrpSpPr/>
        <p:nvPr/>
      </p:nvGrpSpPr>
      <p:grpSpPr>
        <a:xfrm>
          <a:off x="0" y="0"/>
          <a:ext cx="0" cy="0"/>
          <a:chOff x="0" y="0"/>
          <a:chExt cx="0" cy="0"/>
        </a:xfrm>
      </p:grpSpPr>
      <p:sp>
        <p:nvSpPr>
          <p:cNvPr id="150" name="Google Shape;150;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1" name="Google Shape;151;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5" name="Shape 155"/>
        <p:cNvGrpSpPr/>
        <p:nvPr/>
      </p:nvGrpSpPr>
      <p:grpSpPr>
        <a:xfrm>
          <a:off x="0" y="0"/>
          <a:ext cx="0" cy="0"/>
          <a:chOff x="0" y="0"/>
          <a:chExt cx="0" cy="0"/>
        </a:xfrm>
      </p:grpSpPr>
      <p:sp>
        <p:nvSpPr>
          <p:cNvPr id="156" name="Google Shape;156;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7" name="Google Shape;157;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3" name="Google Shape;163;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15"/>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lvl1pPr lvl="0" algn="ctr">
              <a:lnSpc>
                <a:spcPct val="90000"/>
              </a:lnSpc>
              <a:spcBef>
                <a:spcPts val="0"/>
              </a:spcBef>
              <a:spcAft>
                <a:spcPts val="0"/>
              </a:spcAft>
              <a:buClr>
                <a:schemeClr val="dk1"/>
              </a:buClr>
              <a:buSzPts val="6000"/>
              <a:buFont typeface="Play"/>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15"/>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p:txBody>
      </p:sp>
      <p:sp>
        <p:nvSpPr>
          <p:cNvPr id="18" name="Google Shape;18;p1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1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16"/>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16"/>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24" name="Google Shape;24;p16"/>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16"/>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16"/>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17"/>
          <p:cNvSpPr txBox="1"/>
          <p:nvPr>
            <p:ph type="title"/>
          </p:nvPr>
        </p:nvSpPr>
        <p:spPr>
          <a:xfrm>
            <a:off x="831850" y="1709738"/>
            <a:ext cx="10515600" cy="2852737"/>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6000"/>
              <a:buFont typeface="Play"/>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17"/>
          <p:cNvSpPr txBox="1"/>
          <p:nvPr>
            <p:ph idx="1" type="body"/>
          </p:nvPr>
        </p:nvSpPr>
        <p:spPr>
          <a:xfrm>
            <a:off x="831850" y="4589463"/>
            <a:ext cx="10515600" cy="1500187"/>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rgbClr val="757575"/>
              </a:buClr>
              <a:buSzPts val="2400"/>
              <a:buNone/>
              <a:defRPr sz="2400">
                <a:solidFill>
                  <a:srgbClr val="757575"/>
                </a:solidFill>
              </a:defRPr>
            </a:lvl1pPr>
            <a:lvl2pPr indent="-228600" lvl="1" marL="914400" algn="l">
              <a:lnSpc>
                <a:spcPct val="90000"/>
              </a:lnSpc>
              <a:spcBef>
                <a:spcPts val="500"/>
              </a:spcBef>
              <a:spcAft>
                <a:spcPts val="0"/>
              </a:spcAft>
              <a:buClr>
                <a:srgbClr val="757575"/>
              </a:buClr>
              <a:buSzPts val="2000"/>
              <a:buNone/>
              <a:defRPr sz="2000">
                <a:solidFill>
                  <a:srgbClr val="757575"/>
                </a:solidFill>
              </a:defRPr>
            </a:lvl2pPr>
            <a:lvl3pPr indent="-228600" lvl="2" marL="1371600" algn="l">
              <a:lnSpc>
                <a:spcPct val="90000"/>
              </a:lnSpc>
              <a:spcBef>
                <a:spcPts val="500"/>
              </a:spcBef>
              <a:spcAft>
                <a:spcPts val="0"/>
              </a:spcAft>
              <a:buClr>
                <a:srgbClr val="757575"/>
              </a:buClr>
              <a:buSzPts val="1800"/>
              <a:buNone/>
              <a:defRPr sz="1800">
                <a:solidFill>
                  <a:srgbClr val="757575"/>
                </a:solidFill>
              </a:defRPr>
            </a:lvl3pPr>
            <a:lvl4pPr indent="-228600" lvl="3" marL="1828800" algn="l">
              <a:lnSpc>
                <a:spcPct val="90000"/>
              </a:lnSpc>
              <a:spcBef>
                <a:spcPts val="500"/>
              </a:spcBef>
              <a:spcAft>
                <a:spcPts val="0"/>
              </a:spcAft>
              <a:buClr>
                <a:srgbClr val="757575"/>
              </a:buClr>
              <a:buSzPts val="1600"/>
              <a:buNone/>
              <a:defRPr sz="1600">
                <a:solidFill>
                  <a:srgbClr val="757575"/>
                </a:solidFill>
              </a:defRPr>
            </a:lvl4pPr>
            <a:lvl5pPr indent="-228600" lvl="4" marL="2286000" algn="l">
              <a:lnSpc>
                <a:spcPct val="90000"/>
              </a:lnSpc>
              <a:spcBef>
                <a:spcPts val="500"/>
              </a:spcBef>
              <a:spcAft>
                <a:spcPts val="0"/>
              </a:spcAft>
              <a:buClr>
                <a:srgbClr val="757575"/>
              </a:buClr>
              <a:buSzPts val="1600"/>
              <a:buNone/>
              <a:defRPr sz="1600">
                <a:solidFill>
                  <a:srgbClr val="757575"/>
                </a:solidFill>
              </a:defRPr>
            </a:lvl5pPr>
            <a:lvl6pPr indent="-228600" lvl="5" marL="2743200" algn="l">
              <a:lnSpc>
                <a:spcPct val="90000"/>
              </a:lnSpc>
              <a:spcBef>
                <a:spcPts val="500"/>
              </a:spcBef>
              <a:spcAft>
                <a:spcPts val="0"/>
              </a:spcAft>
              <a:buClr>
                <a:srgbClr val="757575"/>
              </a:buClr>
              <a:buSzPts val="1600"/>
              <a:buNone/>
              <a:defRPr sz="1600">
                <a:solidFill>
                  <a:srgbClr val="757575"/>
                </a:solidFill>
              </a:defRPr>
            </a:lvl6pPr>
            <a:lvl7pPr indent="-228600" lvl="6" marL="3200400" algn="l">
              <a:lnSpc>
                <a:spcPct val="90000"/>
              </a:lnSpc>
              <a:spcBef>
                <a:spcPts val="500"/>
              </a:spcBef>
              <a:spcAft>
                <a:spcPts val="0"/>
              </a:spcAft>
              <a:buClr>
                <a:srgbClr val="757575"/>
              </a:buClr>
              <a:buSzPts val="1600"/>
              <a:buNone/>
              <a:defRPr sz="1600">
                <a:solidFill>
                  <a:srgbClr val="757575"/>
                </a:solidFill>
              </a:defRPr>
            </a:lvl7pPr>
            <a:lvl8pPr indent="-228600" lvl="7" marL="3657600" algn="l">
              <a:lnSpc>
                <a:spcPct val="90000"/>
              </a:lnSpc>
              <a:spcBef>
                <a:spcPts val="500"/>
              </a:spcBef>
              <a:spcAft>
                <a:spcPts val="0"/>
              </a:spcAft>
              <a:buClr>
                <a:srgbClr val="757575"/>
              </a:buClr>
              <a:buSzPts val="1600"/>
              <a:buNone/>
              <a:defRPr sz="1600">
                <a:solidFill>
                  <a:srgbClr val="757575"/>
                </a:solidFill>
              </a:defRPr>
            </a:lvl8pPr>
            <a:lvl9pPr indent="-228600" lvl="8" marL="4114800" algn="l">
              <a:lnSpc>
                <a:spcPct val="90000"/>
              </a:lnSpc>
              <a:spcBef>
                <a:spcPts val="500"/>
              </a:spcBef>
              <a:spcAft>
                <a:spcPts val="0"/>
              </a:spcAft>
              <a:buClr>
                <a:srgbClr val="757575"/>
              </a:buClr>
              <a:buSzPts val="1600"/>
              <a:buNone/>
              <a:defRPr sz="1600">
                <a:solidFill>
                  <a:srgbClr val="757575"/>
                </a:solidFill>
              </a:defRPr>
            </a:lvl9pPr>
          </a:lstStyle>
          <a:p/>
        </p:txBody>
      </p:sp>
      <p:sp>
        <p:nvSpPr>
          <p:cNvPr id="30" name="Google Shape;30;p17"/>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17"/>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17"/>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18"/>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18"/>
          <p:cNvSpPr txBox="1"/>
          <p:nvPr>
            <p:ph idx="1" type="body"/>
          </p:nvPr>
        </p:nvSpPr>
        <p:spPr>
          <a:xfrm>
            <a:off x="838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6" name="Google Shape;36;p18"/>
          <p:cNvSpPr txBox="1"/>
          <p:nvPr>
            <p:ph idx="2" type="body"/>
          </p:nvPr>
        </p:nvSpPr>
        <p:spPr>
          <a:xfrm>
            <a:off x="6172200" y="1825625"/>
            <a:ext cx="5181600" cy="435133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37" name="Google Shape;37;p18"/>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18"/>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18"/>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19"/>
          <p:cNvSpPr txBox="1"/>
          <p:nvPr>
            <p:ph type="title"/>
          </p:nvPr>
        </p:nvSpPr>
        <p:spPr>
          <a:xfrm>
            <a:off x="839788"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19"/>
          <p:cNvSpPr txBox="1"/>
          <p:nvPr>
            <p:ph idx="1" type="body"/>
          </p:nvPr>
        </p:nvSpPr>
        <p:spPr>
          <a:xfrm>
            <a:off x="839788" y="1681163"/>
            <a:ext cx="5157787"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3" name="Google Shape;43;p19"/>
          <p:cNvSpPr txBox="1"/>
          <p:nvPr>
            <p:ph idx="2" type="body"/>
          </p:nvPr>
        </p:nvSpPr>
        <p:spPr>
          <a:xfrm>
            <a:off x="839788" y="2505075"/>
            <a:ext cx="5157787"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4" name="Google Shape;44;p19"/>
          <p:cNvSpPr txBox="1"/>
          <p:nvPr>
            <p:ph idx="3" type="body"/>
          </p:nvPr>
        </p:nvSpPr>
        <p:spPr>
          <a:xfrm>
            <a:off x="6172200" y="1681163"/>
            <a:ext cx="5183188" cy="823912"/>
          </a:xfrm>
          <a:prstGeom prst="rect">
            <a:avLst/>
          </a:prstGeom>
          <a:noFill/>
          <a:ln>
            <a:noFill/>
          </a:ln>
        </p:spPr>
        <p:txBody>
          <a:bodyPr anchorCtr="0" anchor="b"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2400"/>
              <a:buNone/>
              <a:defRPr b="1" sz="2400"/>
            </a:lvl1pPr>
            <a:lvl2pPr indent="-228600" lvl="1" marL="914400" algn="l">
              <a:lnSpc>
                <a:spcPct val="90000"/>
              </a:lnSpc>
              <a:spcBef>
                <a:spcPts val="500"/>
              </a:spcBef>
              <a:spcAft>
                <a:spcPts val="0"/>
              </a:spcAft>
              <a:buClr>
                <a:schemeClr val="dk1"/>
              </a:buClr>
              <a:buSzPts val="2000"/>
              <a:buNone/>
              <a:defRPr b="1" sz="2000"/>
            </a:lvl2pPr>
            <a:lvl3pPr indent="-228600" lvl="2" marL="1371600" algn="l">
              <a:lnSpc>
                <a:spcPct val="90000"/>
              </a:lnSpc>
              <a:spcBef>
                <a:spcPts val="500"/>
              </a:spcBef>
              <a:spcAft>
                <a:spcPts val="0"/>
              </a:spcAft>
              <a:buClr>
                <a:schemeClr val="dk1"/>
              </a:buClr>
              <a:buSzPts val="1800"/>
              <a:buNone/>
              <a:defRPr b="1" sz="1800"/>
            </a:lvl3pPr>
            <a:lvl4pPr indent="-228600" lvl="3" marL="1828800" algn="l">
              <a:lnSpc>
                <a:spcPct val="90000"/>
              </a:lnSpc>
              <a:spcBef>
                <a:spcPts val="500"/>
              </a:spcBef>
              <a:spcAft>
                <a:spcPts val="0"/>
              </a:spcAft>
              <a:buClr>
                <a:schemeClr val="dk1"/>
              </a:buClr>
              <a:buSzPts val="1600"/>
              <a:buNone/>
              <a:defRPr b="1" sz="1600"/>
            </a:lvl4pPr>
            <a:lvl5pPr indent="-228600" lvl="4" marL="2286000" algn="l">
              <a:lnSpc>
                <a:spcPct val="90000"/>
              </a:lnSpc>
              <a:spcBef>
                <a:spcPts val="500"/>
              </a:spcBef>
              <a:spcAft>
                <a:spcPts val="0"/>
              </a:spcAft>
              <a:buClr>
                <a:schemeClr val="dk1"/>
              </a:buClr>
              <a:buSzPts val="1600"/>
              <a:buNone/>
              <a:defRPr b="1" sz="1600"/>
            </a:lvl5pPr>
            <a:lvl6pPr indent="-228600" lvl="5" marL="2743200" algn="l">
              <a:lnSpc>
                <a:spcPct val="90000"/>
              </a:lnSpc>
              <a:spcBef>
                <a:spcPts val="500"/>
              </a:spcBef>
              <a:spcAft>
                <a:spcPts val="0"/>
              </a:spcAft>
              <a:buClr>
                <a:schemeClr val="dk1"/>
              </a:buClr>
              <a:buSzPts val="1600"/>
              <a:buNone/>
              <a:defRPr b="1" sz="1600"/>
            </a:lvl6pPr>
            <a:lvl7pPr indent="-228600" lvl="6" marL="3200400" algn="l">
              <a:lnSpc>
                <a:spcPct val="90000"/>
              </a:lnSpc>
              <a:spcBef>
                <a:spcPts val="500"/>
              </a:spcBef>
              <a:spcAft>
                <a:spcPts val="0"/>
              </a:spcAft>
              <a:buClr>
                <a:schemeClr val="dk1"/>
              </a:buClr>
              <a:buSzPts val="1600"/>
              <a:buNone/>
              <a:defRPr b="1" sz="1600"/>
            </a:lvl7pPr>
            <a:lvl8pPr indent="-228600" lvl="7" marL="3657600" algn="l">
              <a:lnSpc>
                <a:spcPct val="90000"/>
              </a:lnSpc>
              <a:spcBef>
                <a:spcPts val="500"/>
              </a:spcBef>
              <a:spcAft>
                <a:spcPts val="0"/>
              </a:spcAft>
              <a:buClr>
                <a:schemeClr val="dk1"/>
              </a:buClr>
              <a:buSzPts val="1600"/>
              <a:buNone/>
              <a:defRPr b="1" sz="1600"/>
            </a:lvl8pPr>
            <a:lvl9pPr indent="-228600" lvl="8" marL="4114800" algn="l">
              <a:lnSpc>
                <a:spcPct val="90000"/>
              </a:lnSpc>
              <a:spcBef>
                <a:spcPts val="500"/>
              </a:spcBef>
              <a:spcAft>
                <a:spcPts val="0"/>
              </a:spcAft>
              <a:buClr>
                <a:schemeClr val="dk1"/>
              </a:buClr>
              <a:buSzPts val="1600"/>
              <a:buNone/>
              <a:defRPr b="1" sz="1600"/>
            </a:lvl9pPr>
          </a:lstStyle>
          <a:p/>
        </p:txBody>
      </p:sp>
      <p:sp>
        <p:nvSpPr>
          <p:cNvPr id="45" name="Google Shape;45;p19"/>
          <p:cNvSpPr txBox="1"/>
          <p:nvPr>
            <p:ph idx="4" type="body"/>
          </p:nvPr>
        </p:nvSpPr>
        <p:spPr>
          <a:xfrm>
            <a:off x="6172200" y="2505075"/>
            <a:ext cx="5183188" cy="3684588"/>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46" name="Google Shape;46;p19"/>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19"/>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19"/>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20"/>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20"/>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20"/>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20"/>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 name="Shape 54"/>
        <p:cNvGrpSpPr/>
        <p:nvPr/>
      </p:nvGrpSpPr>
      <p:grpSpPr>
        <a:xfrm>
          <a:off x="0" y="0"/>
          <a:ext cx="0" cy="0"/>
          <a:chOff x="0" y="0"/>
          <a:chExt cx="0" cy="0"/>
        </a:xfrm>
      </p:grpSpPr>
      <p:sp>
        <p:nvSpPr>
          <p:cNvPr id="55" name="Google Shape;55;p21"/>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6" name="Google Shape;56;p21"/>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21"/>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8" name="Shape 58"/>
        <p:cNvGrpSpPr/>
        <p:nvPr/>
      </p:nvGrpSpPr>
      <p:grpSpPr>
        <a:xfrm>
          <a:off x="0" y="0"/>
          <a:ext cx="0" cy="0"/>
          <a:chOff x="0" y="0"/>
          <a:chExt cx="0" cy="0"/>
        </a:xfrm>
      </p:grpSpPr>
      <p:sp>
        <p:nvSpPr>
          <p:cNvPr id="59" name="Google Shape;59;p22"/>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22"/>
          <p:cNvSpPr txBox="1"/>
          <p:nvPr>
            <p:ph idx="1" type="body"/>
          </p:nvPr>
        </p:nvSpPr>
        <p:spPr>
          <a:xfrm>
            <a:off x="5183188" y="987425"/>
            <a:ext cx="6172200" cy="4873625"/>
          </a:xfrm>
          <a:prstGeom prst="rect">
            <a:avLst/>
          </a:prstGeom>
          <a:noFill/>
          <a:ln>
            <a:noFill/>
          </a:ln>
        </p:spPr>
        <p:txBody>
          <a:bodyPr anchorCtr="0" anchor="t" bIns="45700" lIns="91425" spcFirstLastPara="1" rIns="91425" wrap="square" tIns="45700">
            <a:normAutofit/>
          </a:bodyPr>
          <a:lstStyle>
            <a:lvl1pPr indent="-431800" lvl="0" marL="457200" algn="l">
              <a:lnSpc>
                <a:spcPct val="90000"/>
              </a:lnSpc>
              <a:spcBef>
                <a:spcPts val="1000"/>
              </a:spcBef>
              <a:spcAft>
                <a:spcPts val="0"/>
              </a:spcAft>
              <a:buClr>
                <a:schemeClr val="dk1"/>
              </a:buClr>
              <a:buSzPts val="3200"/>
              <a:buChar char="•"/>
              <a:defRPr sz="3200"/>
            </a:lvl1pPr>
            <a:lvl2pPr indent="-406400" lvl="1" marL="914400" algn="l">
              <a:lnSpc>
                <a:spcPct val="90000"/>
              </a:lnSpc>
              <a:spcBef>
                <a:spcPts val="500"/>
              </a:spcBef>
              <a:spcAft>
                <a:spcPts val="0"/>
              </a:spcAft>
              <a:buClr>
                <a:schemeClr val="dk1"/>
              </a:buClr>
              <a:buSzPts val="2800"/>
              <a:buChar char="•"/>
              <a:defRPr sz="2800"/>
            </a:lvl2pPr>
            <a:lvl3pPr indent="-381000" lvl="2" marL="1371600" algn="l">
              <a:lnSpc>
                <a:spcPct val="90000"/>
              </a:lnSpc>
              <a:spcBef>
                <a:spcPts val="500"/>
              </a:spcBef>
              <a:spcAft>
                <a:spcPts val="0"/>
              </a:spcAft>
              <a:buClr>
                <a:schemeClr val="dk1"/>
              </a:buClr>
              <a:buSzPts val="2400"/>
              <a:buChar char="•"/>
              <a:defRPr sz="2400"/>
            </a:lvl3pPr>
            <a:lvl4pPr indent="-355600" lvl="3" marL="1828800" algn="l">
              <a:lnSpc>
                <a:spcPct val="90000"/>
              </a:lnSpc>
              <a:spcBef>
                <a:spcPts val="500"/>
              </a:spcBef>
              <a:spcAft>
                <a:spcPts val="0"/>
              </a:spcAft>
              <a:buClr>
                <a:schemeClr val="dk1"/>
              </a:buClr>
              <a:buSzPts val="2000"/>
              <a:buChar char="•"/>
              <a:defRPr sz="2000"/>
            </a:lvl4pPr>
            <a:lvl5pPr indent="-355600" lvl="4" marL="2286000" algn="l">
              <a:lnSpc>
                <a:spcPct val="90000"/>
              </a:lnSpc>
              <a:spcBef>
                <a:spcPts val="500"/>
              </a:spcBef>
              <a:spcAft>
                <a:spcPts val="0"/>
              </a:spcAft>
              <a:buClr>
                <a:schemeClr val="dk1"/>
              </a:buClr>
              <a:buSzPts val="2000"/>
              <a:buChar char="•"/>
              <a:defRPr sz="2000"/>
            </a:lvl5pPr>
            <a:lvl6pPr indent="-355600" lvl="5" marL="2743200" algn="l">
              <a:lnSpc>
                <a:spcPct val="90000"/>
              </a:lnSpc>
              <a:spcBef>
                <a:spcPts val="500"/>
              </a:spcBef>
              <a:spcAft>
                <a:spcPts val="0"/>
              </a:spcAft>
              <a:buClr>
                <a:schemeClr val="dk1"/>
              </a:buClr>
              <a:buSzPts val="2000"/>
              <a:buChar char="•"/>
              <a:defRPr sz="2000"/>
            </a:lvl6pPr>
            <a:lvl7pPr indent="-355600" lvl="6" marL="3200400" algn="l">
              <a:lnSpc>
                <a:spcPct val="90000"/>
              </a:lnSpc>
              <a:spcBef>
                <a:spcPts val="500"/>
              </a:spcBef>
              <a:spcAft>
                <a:spcPts val="0"/>
              </a:spcAft>
              <a:buClr>
                <a:schemeClr val="dk1"/>
              </a:buClr>
              <a:buSzPts val="2000"/>
              <a:buChar char="•"/>
              <a:defRPr sz="2000"/>
            </a:lvl7pPr>
            <a:lvl8pPr indent="-355600" lvl="7" marL="3657600" algn="l">
              <a:lnSpc>
                <a:spcPct val="90000"/>
              </a:lnSpc>
              <a:spcBef>
                <a:spcPts val="500"/>
              </a:spcBef>
              <a:spcAft>
                <a:spcPts val="0"/>
              </a:spcAft>
              <a:buClr>
                <a:schemeClr val="dk1"/>
              </a:buClr>
              <a:buSzPts val="2000"/>
              <a:buChar char="•"/>
              <a:defRPr sz="2000"/>
            </a:lvl8pPr>
            <a:lvl9pPr indent="-355600" lvl="8" marL="4114800" algn="l">
              <a:lnSpc>
                <a:spcPct val="90000"/>
              </a:lnSpc>
              <a:spcBef>
                <a:spcPts val="500"/>
              </a:spcBef>
              <a:spcAft>
                <a:spcPts val="0"/>
              </a:spcAft>
              <a:buClr>
                <a:schemeClr val="dk1"/>
              </a:buClr>
              <a:buSzPts val="2000"/>
              <a:buChar char="•"/>
              <a:defRPr sz="2000"/>
            </a:lvl9pPr>
          </a:lstStyle>
          <a:p/>
        </p:txBody>
      </p:sp>
      <p:sp>
        <p:nvSpPr>
          <p:cNvPr id="61" name="Google Shape;61;p22"/>
          <p:cNvSpPr txBox="1"/>
          <p:nvPr>
            <p:ph idx="2"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2" name="Google Shape;62;p22"/>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3" name="Google Shape;63;p22"/>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22"/>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5" name="Shape 65"/>
        <p:cNvGrpSpPr/>
        <p:nvPr/>
      </p:nvGrpSpPr>
      <p:grpSpPr>
        <a:xfrm>
          <a:off x="0" y="0"/>
          <a:ext cx="0" cy="0"/>
          <a:chOff x="0" y="0"/>
          <a:chExt cx="0" cy="0"/>
        </a:xfrm>
      </p:grpSpPr>
      <p:sp>
        <p:nvSpPr>
          <p:cNvPr id="66" name="Google Shape;66;p23"/>
          <p:cNvSpPr txBox="1"/>
          <p:nvPr>
            <p:ph type="title"/>
          </p:nvPr>
        </p:nvSpPr>
        <p:spPr>
          <a:xfrm>
            <a:off x="839788" y="457200"/>
            <a:ext cx="3932237" cy="1600200"/>
          </a:xfrm>
          <a:prstGeom prst="rect">
            <a:avLst/>
          </a:prstGeom>
          <a:noFill/>
          <a:ln>
            <a:noFill/>
          </a:ln>
        </p:spPr>
        <p:txBody>
          <a:bodyPr anchorCtr="0" anchor="b" bIns="45700" lIns="91425" spcFirstLastPara="1" rIns="91425" wrap="square" tIns="45700">
            <a:normAutofit/>
          </a:bodyPr>
          <a:lstStyle>
            <a:lvl1pPr lvl="0" algn="l">
              <a:lnSpc>
                <a:spcPct val="90000"/>
              </a:lnSpc>
              <a:spcBef>
                <a:spcPts val="0"/>
              </a:spcBef>
              <a:spcAft>
                <a:spcPts val="0"/>
              </a:spcAft>
              <a:buClr>
                <a:schemeClr val="dk1"/>
              </a:buClr>
              <a:buSzPts val="3200"/>
              <a:buFont typeface="Play"/>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7" name="Google Shape;67;p23"/>
          <p:cNvSpPr/>
          <p:nvPr>
            <p:ph idx="2" type="pic"/>
          </p:nvPr>
        </p:nvSpPr>
        <p:spPr>
          <a:xfrm>
            <a:off x="5183188" y="987425"/>
            <a:ext cx="6172200" cy="4873625"/>
          </a:xfrm>
          <a:prstGeom prst="rect">
            <a:avLst/>
          </a:prstGeom>
          <a:noFill/>
          <a:ln>
            <a:noFill/>
          </a:ln>
        </p:spPr>
      </p:sp>
      <p:sp>
        <p:nvSpPr>
          <p:cNvPr id="68" name="Google Shape;68;p23"/>
          <p:cNvSpPr txBox="1"/>
          <p:nvPr>
            <p:ph idx="1" type="body"/>
          </p:nvPr>
        </p:nvSpPr>
        <p:spPr>
          <a:xfrm>
            <a:off x="839788" y="2057400"/>
            <a:ext cx="3932237" cy="3811588"/>
          </a:xfrm>
          <a:prstGeom prst="rect">
            <a:avLst/>
          </a:prstGeom>
          <a:noFill/>
          <a:ln>
            <a:noFill/>
          </a:ln>
        </p:spPr>
        <p:txBody>
          <a:bodyPr anchorCtr="0" anchor="t" bIns="45700" lIns="91425" spcFirstLastPara="1" rIns="91425" wrap="square" tIns="45700">
            <a:normAutofit/>
          </a:bodyPr>
          <a:lstStyle>
            <a:lvl1pPr indent="-228600" lvl="0" marL="457200" algn="l">
              <a:lnSpc>
                <a:spcPct val="90000"/>
              </a:lnSpc>
              <a:spcBef>
                <a:spcPts val="1000"/>
              </a:spcBef>
              <a:spcAft>
                <a:spcPts val="0"/>
              </a:spcAft>
              <a:buClr>
                <a:schemeClr val="dk1"/>
              </a:buClr>
              <a:buSzPts val="1600"/>
              <a:buNone/>
              <a:defRPr sz="1600"/>
            </a:lvl1pPr>
            <a:lvl2pPr indent="-228600" lvl="1" marL="914400" algn="l">
              <a:lnSpc>
                <a:spcPct val="90000"/>
              </a:lnSpc>
              <a:spcBef>
                <a:spcPts val="500"/>
              </a:spcBef>
              <a:spcAft>
                <a:spcPts val="0"/>
              </a:spcAft>
              <a:buClr>
                <a:schemeClr val="dk1"/>
              </a:buClr>
              <a:buSzPts val="1400"/>
              <a:buNone/>
              <a:defRPr sz="1400"/>
            </a:lvl2pPr>
            <a:lvl3pPr indent="-228600" lvl="2" marL="1371600" algn="l">
              <a:lnSpc>
                <a:spcPct val="90000"/>
              </a:lnSpc>
              <a:spcBef>
                <a:spcPts val="500"/>
              </a:spcBef>
              <a:spcAft>
                <a:spcPts val="0"/>
              </a:spcAft>
              <a:buClr>
                <a:schemeClr val="dk1"/>
              </a:buClr>
              <a:buSzPts val="1200"/>
              <a:buNone/>
              <a:defRPr sz="1200"/>
            </a:lvl3pPr>
            <a:lvl4pPr indent="-228600" lvl="3" marL="1828800" algn="l">
              <a:lnSpc>
                <a:spcPct val="90000"/>
              </a:lnSpc>
              <a:spcBef>
                <a:spcPts val="500"/>
              </a:spcBef>
              <a:spcAft>
                <a:spcPts val="0"/>
              </a:spcAft>
              <a:buClr>
                <a:schemeClr val="dk1"/>
              </a:buClr>
              <a:buSzPts val="1000"/>
              <a:buNone/>
              <a:defRPr sz="1000"/>
            </a:lvl4pPr>
            <a:lvl5pPr indent="-228600" lvl="4" marL="2286000" algn="l">
              <a:lnSpc>
                <a:spcPct val="90000"/>
              </a:lnSpc>
              <a:spcBef>
                <a:spcPts val="500"/>
              </a:spcBef>
              <a:spcAft>
                <a:spcPts val="0"/>
              </a:spcAft>
              <a:buClr>
                <a:schemeClr val="dk1"/>
              </a:buClr>
              <a:buSzPts val="1000"/>
              <a:buNone/>
              <a:defRPr sz="1000"/>
            </a:lvl5pPr>
            <a:lvl6pPr indent="-228600" lvl="5" marL="2743200" algn="l">
              <a:lnSpc>
                <a:spcPct val="90000"/>
              </a:lnSpc>
              <a:spcBef>
                <a:spcPts val="500"/>
              </a:spcBef>
              <a:spcAft>
                <a:spcPts val="0"/>
              </a:spcAft>
              <a:buClr>
                <a:schemeClr val="dk1"/>
              </a:buClr>
              <a:buSzPts val="1000"/>
              <a:buNone/>
              <a:defRPr sz="1000"/>
            </a:lvl6pPr>
            <a:lvl7pPr indent="-228600" lvl="6" marL="3200400" algn="l">
              <a:lnSpc>
                <a:spcPct val="90000"/>
              </a:lnSpc>
              <a:spcBef>
                <a:spcPts val="500"/>
              </a:spcBef>
              <a:spcAft>
                <a:spcPts val="0"/>
              </a:spcAft>
              <a:buClr>
                <a:schemeClr val="dk1"/>
              </a:buClr>
              <a:buSzPts val="1000"/>
              <a:buNone/>
              <a:defRPr sz="1000"/>
            </a:lvl7pPr>
            <a:lvl8pPr indent="-228600" lvl="7" marL="3657600" algn="l">
              <a:lnSpc>
                <a:spcPct val="90000"/>
              </a:lnSpc>
              <a:spcBef>
                <a:spcPts val="500"/>
              </a:spcBef>
              <a:spcAft>
                <a:spcPts val="0"/>
              </a:spcAft>
              <a:buClr>
                <a:schemeClr val="dk1"/>
              </a:buClr>
              <a:buSzPts val="1000"/>
              <a:buNone/>
              <a:defRPr sz="1000"/>
            </a:lvl8pPr>
            <a:lvl9pPr indent="-228600" lvl="8" marL="4114800" algn="l">
              <a:lnSpc>
                <a:spcPct val="90000"/>
              </a:lnSpc>
              <a:spcBef>
                <a:spcPts val="500"/>
              </a:spcBef>
              <a:spcAft>
                <a:spcPts val="0"/>
              </a:spcAft>
              <a:buClr>
                <a:schemeClr val="dk1"/>
              </a:buClr>
              <a:buSzPts val="1000"/>
              <a:buNone/>
              <a:defRPr sz="1000"/>
            </a:lvl9pPr>
          </a:lstStyle>
          <a:p/>
        </p:txBody>
      </p:sp>
      <p:sp>
        <p:nvSpPr>
          <p:cNvPr id="69" name="Google Shape;69;p23"/>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0" name="Google Shape;70;p23"/>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1" name="Google Shape;71;p23"/>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2" name="Shape 72"/>
        <p:cNvGrpSpPr/>
        <p:nvPr/>
      </p:nvGrpSpPr>
      <p:grpSpPr>
        <a:xfrm>
          <a:off x="0" y="0"/>
          <a:ext cx="0" cy="0"/>
          <a:chOff x="0" y="0"/>
          <a:chExt cx="0" cy="0"/>
        </a:xfrm>
      </p:grpSpPr>
      <p:sp>
        <p:nvSpPr>
          <p:cNvPr id="73" name="Google Shape;73;p2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4" name="Google Shape;74;p24"/>
          <p:cNvSpPr txBox="1"/>
          <p:nvPr>
            <p:ph idx="1" type="body"/>
          </p:nvPr>
        </p:nvSpPr>
        <p:spPr>
          <a:xfrm rot="5400000">
            <a:off x="3920331" y="-1256506"/>
            <a:ext cx="4351338" cy="105156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75" name="Google Shape;75;p2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2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7" name="Google Shape;77;p2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8" name="Shape 78"/>
        <p:cNvGrpSpPr/>
        <p:nvPr/>
      </p:nvGrpSpPr>
      <p:grpSpPr>
        <a:xfrm>
          <a:off x="0" y="0"/>
          <a:ext cx="0" cy="0"/>
          <a:chOff x="0" y="0"/>
          <a:chExt cx="0" cy="0"/>
        </a:xfrm>
      </p:grpSpPr>
      <p:sp>
        <p:nvSpPr>
          <p:cNvPr id="79" name="Google Shape;79;p25"/>
          <p:cNvSpPr txBox="1"/>
          <p:nvPr>
            <p:ph type="title"/>
          </p:nvPr>
        </p:nvSpPr>
        <p:spPr>
          <a:xfrm rot="5400000">
            <a:off x="7133431" y="1956594"/>
            <a:ext cx="5811838" cy="2628900"/>
          </a:xfrm>
          <a:prstGeom prst="rect">
            <a:avLst/>
          </a:prstGeom>
          <a:noFill/>
          <a:ln>
            <a:noFill/>
          </a:ln>
        </p:spPr>
        <p:txBody>
          <a:bodyPr anchorCtr="0" anchor="ctr" bIns="45700" lIns="91425" spcFirstLastPara="1" rIns="91425" wrap="square" tIns="4570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25"/>
          <p:cNvSpPr txBox="1"/>
          <p:nvPr>
            <p:ph idx="1" type="body"/>
          </p:nvPr>
        </p:nvSpPr>
        <p:spPr>
          <a:xfrm rot="5400000">
            <a:off x="1799431" y="-596106"/>
            <a:ext cx="5811838" cy="7734300"/>
          </a:xfrm>
          <a:prstGeom prst="rect">
            <a:avLst/>
          </a:prstGeom>
          <a:noFill/>
          <a:ln>
            <a:noFill/>
          </a:ln>
        </p:spPr>
        <p:txBody>
          <a:bodyPr anchorCtr="0" anchor="t" bIns="45700" lIns="91425" spcFirstLastPara="1" rIns="91425" wrap="square" tIns="45700">
            <a:normAutofit/>
          </a:bodyPr>
          <a:lstStyle>
            <a:lvl1pPr indent="-342900" lvl="0" marL="457200" algn="l">
              <a:lnSpc>
                <a:spcPct val="90000"/>
              </a:lnSpc>
              <a:spcBef>
                <a:spcPts val="1000"/>
              </a:spcBef>
              <a:spcAft>
                <a:spcPts val="0"/>
              </a:spcAft>
              <a:buClr>
                <a:schemeClr val="dk1"/>
              </a:buClr>
              <a:buSzPts val="1800"/>
              <a:buChar char="•"/>
              <a:defRPr/>
            </a:lvl1pPr>
            <a:lvl2pPr indent="-342900" lvl="1" marL="914400" algn="l">
              <a:lnSpc>
                <a:spcPct val="90000"/>
              </a:lnSpc>
              <a:spcBef>
                <a:spcPts val="500"/>
              </a:spcBef>
              <a:spcAft>
                <a:spcPts val="0"/>
              </a:spcAft>
              <a:buClr>
                <a:schemeClr val="dk1"/>
              </a:buClr>
              <a:buSzPts val="1800"/>
              <a:buChar char="•"/>
              <a:defRPr/>
            </a:lvl2pPr>
            <a:lvl3pPr indent="-342900" lvl="2" marL="1371600" algn="l">
              <a:lnSpc>
                <a:spcPct val="90000"/>
              </a:lnSpc>
              <a:spcBef>
                <a:spcPts val="500"/>
              </a:spcBef>
              <a:spcAft>
                <a:spcPts val="0"/>
              </a:spcAft>
              <a:buClr>
                <a:schemeClr val="dk1"/>
              </a:buClr>
              <a:buSzPts val="1800"/>
              <a:buChar char="•"/>
              <a:defRPr/>
            </a:lvl3pPr>
            <a:lvl4pPr indent="-342900" lvl="3" marL="1828800" algn="l">
              <a:lnSpc>
                <a:spcPct val="90000"/>
              </a:lnSpc>
              <a:spcBef>
                <a:spcPts val="500"/>
              </a:spcBef>
              <a:spcAft>
                <a:spcPts val="0"/>
              </a:spcAft>
              <a:buClr>
                <a:schemeClr val="dk1"/>
              </a:buClr>
              <a:buSzPts val="1800"/>
              <a:buChar char="•"/>
              <a:defRPr/>
            </a:lvl4pPr>
            <a:lvl5pPr indent="-342900" lvl="4" marL="2286000" algn="l">
              <a:lnSpc>
                <a:spcPct val="90000"/>
              </a:lnSpc>
              <a:spcBef>
                <a:spcPts val="500"/>
              </a:spcBef>
              <a:spcAft>
                <a:spcPts val="0"/>
              </a:spcAft>
              <a:buClr>
                <a:schemeClr val="dk1"/>
              </a:buClr>
              <a:buSzPts val="1800"/>
              <a:buChar char="•"/>
              <a:defRPr/>
            </a:lvl5pPr>
            <a:lvl6pPr indent="-342900" lvl="5" marL="2743200" algn="l">
              <a:lnSpc>
                <a:spcPct val="90000"/>
              </a:lnSpc>
              <a:spcBef>
                <a:spcPts val="500"/>
              </a:spcBef>
              <a:spcAft>
                <a:spcPts val="0"/>
              </a:spcAft>
              <a:buClr>
                <a:schemeClr val="dk1"/>
              </a:buClr>
              <a:buSzPts val="1800"/>
              <a:buChar char="•"/>
              <a:defRPr/>
            </a:lvl6pPr>
            <a:lvl7pPr indent="-342900" lvl="6" marL="3200400" algn="l">
              <a:lnSpc>
                <a:spcPct val="90000"/>
              </a:lnSpc>
              <a:spcBef>
                <a:spcPts val="500"/>
              </a:spcBef>
              <a:spcAft>
                <a:spcPts val="0"/>
              </a:spcAft>
              <a:buClr>
                <a:schemeClr val="dk1"/>
              </a:buClr>
              <a:buSzPts val="1800"/>
              <a:buChar char="•"/>
              <a:defRPr/>
            </a:lvl7pPr>
            <a:lvl8pPr indent="-342900" lvl="7" marL="3657600" algn="l">
              <a:lnSpc>
                <a:spcPct val="90000"/>
              </a:lnSpc>
              <a:spcBef>
                <a:spcPts val="500"/>
              </a:spcBef>
              <a:spcAft>
                <a:spcPts val="0"/>
              </a:spcAft>
              <a:buClr>
                <a:schemeClr val="dk1"/>
              </a:buClr>
              <a:buSzPts val="1800"/>
              <a:buChar char="•"/>
              <a:defRPr/>
            </a:lvl8pPr>
            <a:lvl9pPr indent="-342900" lvl="8" marL="4114800" algn="l">
              <a:lnSpc>
                <a:spcPct val="90000"/>
              </a:lnSpc>
              <a:spcBef>
                <a:spcPts val="500"/>
              </a:spcBef>
              <a:spcAft>
                <a:spcPts val="0"/>
              </a:spcAft>
              <a:buClr>
                <a:schemeClr val="dk1"/>
              </a:buClr>
              <a:buSzPts val="1800"/>
              <a:buChar char="•"/>
              <a:defRPr/>
            </a:lvl9pPr>
          </a:lstStyle>
          <a:p/>
        </p:txBody>
      </p:sp>
      <p:sp>
        <p:nvSpPr>
          <p:cNvPr id="81" name="Google Shape;81;p25"/>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25"/>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25"/>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4"/>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lvl1pPr lvl="0" marR="0" rtl="0" algn="l">
              <a:lnSpc>
                <a:spcPct val="90000"/>
              </a:lnSpc>
              <a:spcBef>
                <a:spcPts val="0"/>
              </a:spcBef>
              <a:spcAft>
                <a:spcPts val="0"/>
              </a:spcAft>
              <a:buClr>
                <a:schemeClr val="dk1"/>
              </a:buClr>
              <a:buSzPts val="4400"/>
              <a:buFont typeface="Play"/>
              <a:buNone/>
              <a:defRPr b="0" i="0" sz="4400" u="none" cap="none" strike="noStrike">
                <a:solidFill>
                  <a:schemeClr val="dk1"/>
                </a:solidFill>
                <a:latin typeface="Play"/>
                <a:ea typeface="Play"/>
                <a:cs typeface="Play"/>
                <a:sym typeface="Pla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4"/>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lvl1pPr indent="-406400" lvl="0" marL="457200" marR="0" rtl="0" algn="l">
              <a:lnSpc>
                <a:spcPct val="90000"/>
              </a:lnSpc>
              <a:spcBef>
                <a:spcPts val="1000"/>
              </a:spcBef>
              <a:spcAft>
                <a:spcPts val="0"/>
              </a:spcAft>
              <a:buClr>
                <a:schemeClr val="dk1"/>
              </a:buClr>
              <a:buSzPts val="2800"/>
              <a:buFont typeface="Arial"/>
              <a:buChar char="•"/>
              <a:defRPr b="0" i="0" sz="2800" u="none" cap="none" strike="noStrike">
                <a:solidFill>
                  <a:schemeClr val="dk1"/>
                </a:solidFill>
                <a:latin typeface="Arial"/>
                <a:ea typeface="Arial"/>
                <a:cs typeface="Arial"/>
                <a:sym typeface="Arial"/>
              </a:defRPr>
            </a:lvl1pPr>
            <a:lvl2pPr indent="-381000" lvl="1" marL="914400" marR="0" rtl="0" algn="l">
              <a:lnSpc>
                <a:spcPct val="90000"/>
              </a:lnSpc>
              <a:spcBef>
                <a:spcPts val="500"/>
              </a:spcBef>
              <a:spcAft>
                <a:spcPts val="0"/>
              </a:spcAft>
              <a:buClr>
                <a:schemeClr val="dk1"/>
              </a:buClr>
              <a:buSzPts val="2400"/>
              <a:buFont typeface="Arial"/>
              <a:buChar char="•"/>
              <a:defRPr b="0" i="0" sz="2400" u="none" cap="none" strike="noStrike">
                <a:solidFill>
                  <a:schemeClr val="dk1"/>
                </a:solidFill>
                <a:latin typeface="Arial"/>
                <a:ea typeface="Arial"/>
                <a:cs typeface="Arial"/>
                <a:sym typeface="Arial"/>
              </a:defRPr>
            </a:lvl2pPr>
            <a:lvl3pPr indent="-355600" lvl="2" marL="1371600" marR="0" rtl="0" algn="l">
              <a:lnSpc>
                <a:spcPct val="90000"/>
              </a:lnSpc>
              <a:spcBef>
                <a:spcPts val="500"/>
              </a:spcBef>
              <a:spcAft>
                <a:spcPts val="0"/>
              </a:spcAft>
              <a:buClr>
                <a:schemeClr val="dk1"/>
              </a:buClr>
              <a:buSzPts val="2000"/>
              <a:buFont typeface="Arial"/>
              <a:buChar char="•"/>
              <a:defRPr b="0" i="0" sz="2000" u="none" cap="none" strike="noStrike">
                <a:solidFill>
                  <a:schemeClr val="dk1"/>
                </a:solidFill>
                <a:latin typeface="Arial"/>
                <a:ea typeface="Arial"/>
                <a:cs typeface="Arial"/>
                <a:sym typeface="Arial"/>
              </a:defRPr>
            </a:lvl3pPr>
            <a:lvl4pPr indent="-342900" lvl="3" marL="1828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4pPr>
            <a:lvl5pPr indent="-342900" lvl="4" marL="22860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5pPr>
            <a:lvl6pPr indent="-342900" lvl="5" marL="27432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6pPr>
            <a:lvl7pPr indent="-342900" lvl="6" marL="32004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7pPr>
            <a:lvl8pPr indent="-342900" lvl="7" marL="36576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8pPr>
            <a:lvl9pPr indent="-342900" lvl="8" marL="4114800" marR="0" rtl="0" algn="l">
              <a:lnSpc>
                <a:spcPct val="90000"/>
              </a:lnSpc>
              <a:spcBef>
                <a:spcPts val="500"/>
              </a:spcBef>
              <a:spcAft>
                <a:spcPts val="0"/>
              </a:spcAft>
              <a:buClr>
                <a:schemeClr val="dk1"/>
              </a:buClr>
              <a:buSzPts val="1800"/>
              <a:buFont typeface="Arial"/>
              <a:buChar char="•"/>
              <a:defRPr b="0" i="0" sz="1800" u="none" cap="none" strike="noStrike">
                <a:solidFill>
                  <a:schemeClr val="dk1"/>
                </a:solidFill>
                <a:latin typeface="Arial"/>
                <a:ea typeface="Arial"/>
                <a:cs typeface="Arial"/>
                <a:sym typeface="Arial"/>
              </a:defRPr>
            </a:lvl9pPr>
          </a:lstStyle>
          <a:p/>
        </p:txBody>
      </p:sp>
      <p:sp>
        <p:nvSpPr>
          <p:cNvPr id="12" name="Google Shape;12;p14"/>
          <p:cNvSpPr txBox="1"/>
          <p:nvPr>
            <p:ph idx="10" type="dt"/>
          </p:nvPr>
        </p:nvSpPr>
        <p:spPr>
          <a:xfrm>
            <a:off x="838200" y="6356350"/>
            <a:ext cx="27432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757575"/>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13" name="Google Shape;13;p14"/>
          <p:cNvSpPr txBox="1"/>
          <p:nvPr>
            <p:ph idx="11" type="ftr"/>
          </p:nvPr>
        </p:nvSpPr>
        <p:spPr>
          <a:xfrm>
            <a:off x="4038600" y="6356350"/>
            <a:ext cx="41148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757575"/>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14" name="Google Shape;14;p14"/>
          <p:cNvSpPr txBox="1"/>
          <p:nvPr>
            <p:ph idx="12" type="sldNum"/>
          </p:nvPr>
        </p:nvSpPr>
        <p:spPr>
          <a:xfrm>
            <a:off x="8610600" y="6356350"/>
            <a:ext cx="27432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757575"/>
                </a:solidFill>
                <a:latin typeface="Arial"/>
                <a:ea typeface="Arial"/>
                <a:cs typeface="Arial"/>
                <a:sym typeface="Arial"/>
              </a:defRPr>
            </a:lvl1pPr>
            <a:lvl2pPr indent="0" lvl="1" marL="0" marR="0" rtl="0" algn="r">
              <a:spcBef>
                <a:spcPts val="0"/>
              </a:spcBef>
              <a:buNone/>
              <a:defRPr b="0" i="0" sz="1200" u="none" cap="none" strike="noStrike">
                <a:solidFill>
                  <a:srgbClr val="757575"/>
                </a:solidFill>
                <a:latin typeface="Arial"/>
                <a:ea typeface="Arial"/>
                <a:cs typeface="Arial"/>
                <a:sym typeface="Arial"/>
              </a:defRPr>
            </a:lvl2pPr>
            <a:lvl3pPr indent="0" lvl="2" marL="0" marR="0" rtl="0" algn="r">
              <a:spcBef>
                <a:spcPts val="0"/>
              </a:spcBef>
              <a:buNone/>
              <a:defRPr b="0" i="0" sz="1200" u="none" cap="none" strike="noStrike">
                <a:solidFill>
                  <a:srgbClr val="757575"/>
                </a:solidFill>
                <a:latin typeface="Arial"/>
                <a:ea typeface="Arial"/>
                <a:cs typeface="Arial"/>
                <a:sym typeface="Arial"/>
              </a:defRPr>
            </a:lvl3pPr>
            <a:lvl4pPr indent="0" lvl="3" marL="0" marR="0" rtl="0" algn="r">
              <a:spcBef>
                <a:spcPts val="0"/>
              </a:spcBef>
              <a:buNone/>
              <a:defRPr b="0" i="0" sz="1200" u="none" cap="none" strike="noStrike">
                <a:solidFill>
                  <a:srgbClr val="757575"/>
                </a:solidFill>
                <a:latin typeface="Arial"/>
                <a:ea typeface="Arial"/>
                <a:cs typeface="Arial"/>
                <a:sym typeface="Arial"/>
              </a:defRPr>
            </a:lvl4pPr>
            <a:lvl5pPr indent="0" lvl="4" marL="0" marR="0" rtl="0" algn="r">
              <a:spcBef>
                <a:spcPts val="0"/>
              </a:spcBef>
              <a:buNone/>
              <a:defRPr b="0" i="0" sz="1200" u="none" cap="none" strike="noStrike">
                <a:solidFill>
                  <a:srgbClr val="757575"/>
                </a:solidFill>
                <a:latin typeface="Arial"/>
                <a:ea typeface="Arial"/>
                <a:cs typeface="Arial"/>
                <a:sym typeface="Arial"/>
              </a:defRPr>
            </a:lvl5pPr>
            <a:lvl6pPr indent="0" lvl="5" marL="0" marR="0" rtl="0" algn="r">
              <a:spcBef>
                <a:spcPts val="0"/>
              </a:spcBef>
              <a:buNone/>
              <a:defRPr b="0" i="0" sz="1200" u="none" cap="none" strike="noStrike">
                <a:solidFill>
                  <a:srgbClr val="757575"/>
                </a:solidFill>
                <a:latin typeface="Arial"/>
                <a:ea typeface="Arial"/>
                <a:cs typeface="Arial"/>
                <a:sym typeface="Arial"/>
              </a:defRPr>
            </a:lvl6pPr>
            <a:lvl7pPr indent="0" lvl="6" marL="0" marR="0" rtl="0" algn="r">
              <a:spcBef>
                <a:spcPts val="0"/>
              </a:spcBef>
              <a:buNone/>
              <a:defRPr b="0" i="0" sz="1200" u="none" cap="none" strike="noStrike">
                <a:solidFill>
                  <a:srgbClr val="757575"/>
                </a:solidFill>
                <a:latin typeface="Arial"/>
                <a:ea typeface="Arial"/>
                <a:cs typeface="Arial"/>
                <a:sym typeface="Arial"/>
              </a:defRPr>
            </a:lvl7pPr>
            <a:lvl8pPr indent="0" lvl="7" marL="0" marR="0" rtl="0" algn="r">
              <a:spcBef>
                <a:spcPts val="0"/>
              </a:spcBef>
              <a:buNone/>
              <a:defRPr b="0" i="0" sz="1200" u="none" cap="none" strike="noStrike">
                <a:solidFill>
                  <a:srgbClr val="757575"/>
                </a:solidFill>
                <a:latin typeface="Arial"/>
                <a:ea typeface="Arial"/>
                <a:cs typeface="Arial"/>
                <a:sym typeface="Arial"/>
              </a:defRPr>
            </a:lvl8pPr>
            <a:lvl9pPr indent="0" lvl="8" marL="0" marR="0" rtl="0" algn="r">
              <a:spcBef>
                <a:spcPts val="0"/>
              </a:spcBef>
              <a:buNone/>
              <a:defRPr b="0" i="0" sz="1200" u="none" cap="none" strike="noStrike">
                <a:solidFill>
                  <a:srgbClr val="757575"/>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sp>
        <p:nvSpPr>
          <p:cNvPr id="88" name="Google Shape;88;p1"/>
          <p:cNvSpPr txBox="1"/>
          <p:nvPr>
            <p:ph type="ctrTitle"/>
          </p:nvPr>
        </p:nvSpPr>
        <p:spPr>
          <a:xfrm>
            <a:off x="1524000" y="1122363"/>
            <a:ext cx="9144000" cy="2387600"/>
          </a:xfrm>
          <a:prstGeom prst="rect">
            <a:avLst/>
          </a:prstGeom>
          <a:noFill/>
          <a:ln>
            <a:noFill/>
          </a:ln>
        </p:spPr>
        <p:txBody>
          <a:bodyPr anchorCtr="0" anchor="b" bIns="45700" lIns="91425" spcFirstLastPara="1" rIns="91425" wrap="square" tIns="45700">
            <a:normAutofit/>
          </a:bodyPr>
          <a:lstStyle/>
          <a:p>
            <a:pPr indent="0" lvl="0" marL="0" rtl="0" algn="ctr">
              <a:lnSpc>
                <a:spcPct val="90000"/>
              </a:lnSpc>
              <a:spcBef>
                <a:spcPts val="0"/>
              </a:spcBef>
              <a:spcAft>
                <a:spcPts val="0"/>
              </a:spcAft>
              <a:buClr>
                <a:schemeClr val="dk1"/>
              </a:buClr>
              <a:buSzPts val="6000"/>
              <a:buFont typeface="Play"/>
              <a:buNone/>
            </a:pPr>
            <a:r>
              <a:rPr lang="en-US"/>
              <a:t>Project Intro</a:t>
            </a:r>
            <a:endParaRPr/>
          </a:p>
        </p:txBody>
      </p:sp>
      <p:sp>
        <p:nvSpPr>
          <p:cNvPr id="89" name="Google Shape;89;p1"/>
          <p:cNvSpPr txBox="1"/>
          <p:nvPr>
            <p:ph idx="1" type="subTitle"/>
          </p:nvPr>
        </p:nvSpPr>
        <p:spPr>
          <a:xfrm>
            <a:off x="1524000" y="3602038"/>
            <a:ext cx="9144000" cy="1655762"/>
          </a:xfrm>
          <a:prstGeom prst="rect">
            <a:avLst/>
          </a:prstGeom>
          <a:noFill/>
          <a:ln>
            <a:noFill/>
          </a:ln>
        </p:spPr>
        <p:txBody>
          <a:bodyPr anchorCtr="0" anchor="t" bIns="45700" lIns="91425" spcFirstLastPara="1" rIns="91425" wrap="square" tIns="45700">
            <a:normAutofit/>
          </a:bodyPr>
          <a:lstStyle/>
          <a:p>
            <a:pPr indent="0" lvl="0" marL="0" rtl="0" algn="ctr">
              <a:lnSpc>
                <a:spcPct val="90000"/>
              </a:lnSpc>
              <a:spcBef>
                <a:spcPts val="0"/>
              </a:spcBef>
              <a:spcAft>
                <a:spcPts val="0"/>
              </a:spcAft>
              <a:buClr>
                <a:schemeClr val="dk1"/>
              </a:buClr>
              <a:buSzPts val="2400"/>
              <a:buNone/>
            </a:pPr>
            <a:r>
              <a:rPr lang="en-US"/>
              <a:t>Lec 12</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 name="Shape 93"/>
        <p:cNvGrpSpPr/>
        <p:nvPr/>
      </p:nvGrpSpPr>
      <p:grpSpPr>
        <a:xfrm>
          <a:off x="0" y="0"/>
          <a:ext cx="0" cy="0"/>
          <a:chOff x="0" y="0"/>
          <a:chExt cx="0" cy="0"/>
        </a:xfrm>
      </p:grpSpPr>
      <p:sp>
        <p:nvSpPr>
          <p:cNvPr id="94" name="Google Shape;94;p2"/>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a:t>Last Time</a:t>
            </a:r>
            <a:endParaRPr/>
          </a:p>
        </p:txBody>
      </p:sp>
      <p:sp>
        <p:nvSpPr>
          <p:cNvPr id="95" name="Google Shape;95;p2"/>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800"/>
              <a:buChar char="•"/>
            </a:pPr>
            <a:r>
              <a:rPr lang="en-US"/>
              <a:t>Discussed how AI interventions are implemented in the clinic</a:t>
            </a:r>
            <a:endParaRPr/>
          </a:p>
          <a:p>
            <a:pPr indent="-228600" lvl="0" marL="228600" rtl="0" algn="l">
              <a:lnSpc>
                <a:spcPct val="90000"/>
              </a:lnSpc>
              <a:spcBef>
                <a:spcPts val="1000"/>
              </a:spcBef>
              <a:spcAft>
                <a:spcPts val="0"/>
              </a:spcAft>
              <a:buClr>
                <a:schemeClr val="dk1"/>
              </a:buClr>
              <a:buSzPts val="2800"/>
              <a:buChar char="•"/>
            </a:pPr>
            <a:r>
              <a:rPr lang="en-US"/>
              <a:t>Thought through different high-level implementations of ideas</a:t>
            </a:r>
            <a:endParaRPr/>
          </a:p>
          <a:p>
            <a:pPr indent="-228600" lvl="1" marL="685800" rtl="0" algn="l">
              <a:lnSpc>
                <a:spcPct val="90000"/>
              </a:lnSpc>
              <a:spcBef>
                <a:spcPts val="500"/>
              </a:spcBef>
              <a:spcAft>
                <a:spcPts val="0"/>
              </a:spcAft>
              <a:buClr>
                <a:schemeClr val="dk1"/>
              </a:buClr>
              <a:buSzPts val="2400"/>
              <a:buChar char="•"/>
            </a:pPr>
            <a:r>
              <a:rPr lang="en-US"/>
              <a:t>Problem type</a:t>
            </a:r>
            <a:endParaRPr/>
          </a:p>
          <a:p>
            <a:pPr indent="-228600" lvl="1" marL="685800" rtl="0" algn="l">
              <a:lnSpc>
                <a:spcPct val="90000"/>
              </a:lnSpc>
              <a:spcBef>
                <a:spcPts val="500"/>
              </a:spcBef>
              <a:spcAft>
                <a:spcPts val="0"/>
              </a:spcAft>
              <a:buClr>
                <a:schemeClr val="dk1"/>
              </a:buClr>
              <a:buSzPts val="2400"/>
              <a:buChar char="•"/>
            </a:pPr>
            <a:r>
              <a:rPr lang="en-US"/>
              <a:t>Training regime</a:t>
            </a:r>
            <a:endParaRPr/>
          </a:p>
          <a:p>
            <a:pPr indent="-228600" lvl="1" marL="685800" rtl="0" algn="l">
              <a:lnSpc>
                <a:spcPct val="90000"/>
              </a:lnSpc>
              <a:spcBef>
                <a:spcPts val="500"/>
              </a:spcBef>
              <a:spcAft>
                <a:spcPts val="0"/>
              </a:spcAft>
              <a:buClr>
                <a:schemeClr val="dk1"/>
              </a:buClr>
              <a:buSzPts val="2400"/>
              <a:buChar char="•"/>
            </a:pPr>
            <a:r>
              <a:rPr lang="en-US"/>
              <a:t>Input/output data</a:t>
            </a:r>
            <a:endParaRPr/>
          </a:p>
          <a:p>
            <a:pPr indent="-228600" lvl="0" marL="228600" rtl="0" algn="l">
              <a:lnSpc>
                <a:spcPct val="90000"/>
              </a:lnSpc>
              <a:spcBef>
                <a:spcPts val="1000"/>
              </a:spcBef>
              <a:spcAft>
                <a:spcPts val="0"/>
              </a:spcAft>
              <a:buClr>
                <a:schemeClr val="dk1"/>
              </a:buClr>
              <a:buSzPts val="2800"/>
              <a:buChar char="•"/>
            </a:pPr>
            <a:r>
              <a:rPr lang="en-US"/>
              <a:t>FDA device approval</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 name="Shape 99"/>
        <p:cNvGrpSpPr/>
        <p:nvPr/>
      </p:nvGrpSpPr>
      <p:grpSpPr>
        <a:xfrm>
          <a:off x="0" y="0"/>
          <a:ext cx="0" cy="0"/>
          <a:chOff x="0" y="0"/>
          <a:chExt cx="0" cy="0"/>
        </a:xfrm>
      </p:grpSpPr>
      <p:sp>
        <p:nvSpPr>
          <p:cNvPr id="100" name="Google Shape;100;p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a:t>Big Idea</a:t>
            </a:r>
            <a:endParaRPr/>
          </a:p>
        </p:txBody>
      </p:sp>
      <p:sp>
        <p:nvSpPr>
          <p:cNvPr id="101" name="Google Shape;101;p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800"/>
              <a:buChar char="•"/>
            </a:pPr>
            <a:r>
              <a:rPr lang="en-US"/>
              <a:t>Come up with an AI intervention of your own creation</a:t>
            </a:r>
            <a:endParaRPr/>
          </a:p>
          <a:p>
            <a:pPr indent="-228600" lvl="0" marL="228600" rtl="0" algn="l">
              <a:lnSpc>
                <a:spcPct val="90000"/>
              </a:lnSpc>
              <a:spcBef>
                <a:spcPts val="1000"/>
              </a:spcBef>
              <a:spcAft>
                <a:spcPts val="0"/>
              </a:spcAft>
              <a:buClr>
                <a:schemeClr val="dk1"/>
              </a:buClr>
              <a:buSzPts val="2800"/>
              <a:buChar char="•"/>
            </a:pPr>
            <a:r>
              <a:rPr lang="en-US"/>
              <a:t>Based on a clinical question, ideally from your specialty</a:t>
            </a:r>
            <a:endParaRPr/>
          </a:p>
          <a:p>
            <a:pPr indent="-228600" lvl="0" marL="228600" rtl="0" algn="l">
              <a:lnSpc>
                <a:spcPct val="90000"/>
              </a:lnSpc>
              <a:spcBef>
                <a:spcPts val="1000"/>
              </a:spcBef>
              <a:spcAft>
                <a:spcPts val="0"/>
              </a:spcAft>
              <a:buClr>
                <a:schemeClr val="dk1"/>
              </a:buClr>
              <a:buSzPts val="2800"/>
              <a:buChar char="•"/>
            </a:pPr>
            <a:r>
              <a:rPr lang="en-US"/>
              <a:t>Should be novel and not something already done</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5" name="Shape 105"/>
        <p:cNvGrpSpPr/>
        <p:nvPr/>
      </p:nvGrpSpPr>
      <p:grpSpPr>
        <a:xfrm>
          <a:off x="0" y="0"/>
          <a:ext cx="0" cy="0"/>
          <a:chOff x="0" y="0"/>
          <a:chExt cx="0" cy="0"/>
        </a:xfrm>
      </p:grpSpPr>
      <p:sp>
        <p:nvSpPr>
          <p:cNvPr id="106" name="Google Shape;106;p4"/>
          <p:cNvSpPr txBox="1"/>
          <p:nvPr>
            <p:ph type="title"/>
          </p:nvPr>
        </p:nvSpPr>
        <p:spPr>
          <a:xfrm>
            <a:off x="838200" y="206829"/>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a:t>Part 1: Problem Formulation</a:t>
            </a:r>
            <a:endParaRPr/>
          </a:p>
        </p:txBody>
      </p:sp>
      <p:sp>
        <p:nvSpPr>
          <p:cNvPr id="107" name="Google Shape;107;p4"/>
          <p:cNvSpPr txBox="1"/>
          <p:nvPr>
            <p:ph idx="1" type="body"/>
          </p:nvPr>
        </p:nvSpPr>
        <p:spPr>
          <a:xfrm>
            <a:off x="838200" y="1532392"/>
            <a:ext cx="10515600" cy="4825547"/>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800"/>
              <a:buChar char="•"/>
            </a:pPr>
            <a:r>
              <a:rPr lang="en-US"/>
              <a:t>Think about various workflows in your field. </a:t>
            </a:r>
            <a:endParaRPr/>
          </a:p>
          <a:p>
            <a:pPr indent="-228600" lvl="1" marL="685800" rtl="0" algn="l">
              <a:lnSpc>
                <a:spcPct val="90000"/>
              </a:lnSpc>
              <a:spcBef>
                <a:spcPts val="500"/>
              </a:spcBef>
              <a:spcAft>
                <a:spcPts val="0"/>
              </a:spcAft>
              <a:buClr>
                <a:schemeClr val="dk1"/>
              </a:buClr>
              <a:buSzPts val="2400"/>
              <a:buChar char="•"/>
            </a:pPr>
            <a:r>
              <a:rPr lang="en-US"/>
              <a:t>How are diagnoses made?</a:t>
            </a:r>
            <a:endParaRPr/>
          </a:p>
          <a:p>
            <a:pPr indent="-228600" lvl="1" marL="685800" rtl="0" algn="l">
              <a:lnSpc>
                <a:spcPct val="90000"/>
              </a:lnSpc>
              <a:spcBef>
                <a:spcPts val="500"/>
              </a:spcBef>
              <a:spcAft>
                <a:spcPts val="0"/>
              </a:spcAft>
              <a:buClr>
                <a:schemeClr val="dk1"/>
              </a:buClr>
              <a:buSzPts val="2400"/>
              <a:buChar char="•"/>
            </a:pPr>
            <a:r>
              <a:rPr lang="en-US"/>
              <a:t>Given a diagnosis, how do we decide which treatment is appropriate?</a:t>
            </a:r>
            <a:endParaRPr/>
          </a:p>
          <a:p>
            <a:pPr indent="-228600" lvl="1" marL="685800" rtl="0" algn="l">
              <a:lnSpc>
                <a:spcPct val="90000"/>
              </a:lnSpc>
              <a:spcBef>
                <a:spcPts val="500"/>
              </a:spcBef>
              <a:spcAft>
                <a:spcPts val="0"/>
              </a:spcAft>
              <a:buClr>
                <a:schemeClr val="dk1"/>
              </a:buClr>
              <a:buSzPts val="2400"/>
              <a:buChar char="•"/>
            </a:pPr>
            <a:r>
              <a:rPr lang="en-US"/>
              <a:t>How are patient encounters/histories/diagnoses/treatments documented?</a:t>
            </a:r>
            <a:endParaRPr/>
          </a:p>
          <a:p>
            <a:pPr indent="-228600" lvl="1" marL="685800" rtl="0" algn="l">
              <a:lnSpc>
                <a:spcPct val="90000"/>
              </a:lnSpc>
              <a:spcBef>
                <a:spcPts val="500"/>
              </a:spcBef>
              <a:spcAft>
                <a:spcPts val="0"/>
              </a:spcAft>
              <a:buClr>
                <a:schemeClr val="dk1"/>
              </a:buClr>
              <a:buSzPts val="2400"/>
              <a:buChar char="•"/>
            </a:pPr>
            <a:r>
              <a:rPr lang="en-US"/>
              <a:t>Are there logistic challenges that could be addressed?</a:t>
            </a:r>
            <a:endParaRPr/>
          </a:p>
          <a:p>
            <a:pPr indent="-228600" lvl="0" marL="228600" rtl="0" algn="l">
              <a:lnSpc>
                <a:spcPct val="90000"/>
              </a:lnSpc>
              <a:spcBef>
                <a:spcPts val="1000"/>
              </a:spcBef>
              <a:spcAft>
                <a:spcPts val="0"/>
              </a:spcAft>
              <a:buClr>
                <a:schemeClr val="dk1"/>
              </a:buClr>
              <a:buSzPts val="2800"/>
              <a:buChar char="•"/>
            </a:pPr>
            <a:r>
              <a:rPr lang="en-US"/>
              <a:t>Develop a clinical question that addresses a challenge in your field</a:t>
            </a:r>
            <a:endParaRPr/>
          </a:p>
          <a:p>
            <a:pPr indent="-228600" lvl="0" marL="228600" rtl="0" algn="l">
              <a:lnSpc>
                <a:spcPct val="90000"/>
              </a:lnSpc>
              <a:spcBef>
                <a:spcPts val="1000"/>
              </a:spcBef>
              <a:spcAft>
                <a:spcPts val="0"/>
              </a:spcAft>
              <a:buClr>
                <a:schemeClr val="dk1"/>
              </a:buClr>
              <a:buSzPts val="2800"/>
              <a:buChar char="•"/>
            </a:pPr>
            <a:r>
              <a:rPr lang="en-US"/>
              <a:t>Ensure this question is novel</a:t>
            </a:r>
            <a:endParaRPr/>
          </a:p>
          <a:p>
            <a:pPr indent="-228600" lvl="1" marL="685800" rtl="0" algn="l">
              <a:lnSpc>
                <a:spcPct val="90000"/>
              </a:lnSpc>
              <a:spcBef>
                <a:spcPts val="500"/>
              </a:spcBef>
              <a:spcAft>
                <a:spcPts val="0"/>
              </a:spcAft>
              <a:buClr>
                <a:schemeClr val="dk1"/>
              </a:buClr>
              <a:buSzPts val="2400"/>
              <a:buChar char="•"/>
            </a:pPr>
            <a:r>
              <a:rPr lang="en-US"/>
              <a:t>Search arxiv and pubmed to ensure this idea hasn’t been tried before</a:t>
            </a:r>
            <a:endParaRPr/>
          </a:p>
          <a:p>
            <a:pPr indent="-228600" lvl="1" marL="685800" rtl="0" algn="l">
              <a:lnSpc>
                <a:spcPct val="90000"/>
              </a:lnSpc>
              <a:spcBef>
                <a:spcPts val="500"/>
              </a:spcBef>
              <a:spcAft>
                <a:spcPts val="0"/>
              </a:spcAft>
              <a:buClr>
                <a:schemeClr val="dk1"/>
              </a:buClr>
              <a:buSzPts val="2400"/>
              <a:buChar char="•"/>
            </a:pPr>
            <a:r>
              <a:rPr lang="en-US"/>
              <a:t>Note: if implementation is novel enough you can repeat idea</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5"/>
          <p:cNvSpPr txBox="1"/>
          <p:nvPr>
            <p:ph type="title"/>
          </p:nvPr>
        </p:nvSpPr>
        <p:spPr>
          <a:xfrm>
            <a:off x="838200" y="206829"/>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a:t>Part 1: Problem Formulation</a:t>
            </a:r>
            <a:endParaRPr/>
          </a:p>
        </p:txBody>
      </p:sp>
      <p:sp>
        <p:nvSpPr>
          <p:cNvPr id="114" name="Google Shape;114;p5"/>
          <p:cNvSpPr txBox="1"/>
          <p:nvPr>
            <p:ph idx="1" type="body"/>
          </p:nvPr>
        </p:nvSpPr>
        <p:spPr>
          <a:xfrm>
            <a:off x="838200" y="1532392"/>
            <a:ext cx="10515600" cy="5325608"/>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800"/>
              <a:buChar char="•"/>
            </a:pPr>
            <a:r>
              <a:rPr lang="en-US"/>
              <a:t>Deliverables: </a:t>
            </a:r>
            <a:endParaRPr/>
          </a:p>
          <a:p>
            <a:pPr indent="-228600" lvl="1" marL="685800" rtl="0" algn="l">
              <a:lnSpc>
                <a:spcPct val="90000"/>
              </a:lnSpc>
              <a:spcBef>
                <a:spcPts val="500"/>
              </a:spcBef>
              <a:spcAft>
                <a:spcPts val="0"/>
              </a:spcAft>
              <a:buClr>
                <a:schemeClr val="dk1"/>
              </a:buClr>
              <a:buSzPts val="2400"/>
              <a:buChar char="•"/>
            </a:pPr>
            <a:r>
              <a:rPr lang="en-US"/>
              <a:t>What is the clinical question?</a:t>
            </a:r>
            <a:endParaRPr/>
          </a:p>
          <a:p>
            <a:pPr indent="-228600" lvl="1" marL="685800" rtl="0" algn="l">
              <a:lnSpc>
                <a:spcPct val="90000"/>
              </a:lnSpc>
              <a:spcBef>
                <a:spcPts val="500"/>
              </a:spcBef>
              <a:spcAft>
                <a:spcPts val="0"/>
              </a:spcAft>
              <a:buClr>
                <a:schemeClr val="dk1"/>
              </a:buClr>
              <a:buSzPts val="2400"/>
              <a:buChar char="•"/>
            </a:pPr>
            <a:r>
              <a:rPr lang="en-US"/>
              <a:t>One paragraph on the relevance of this question to your field</a:t>
            </a:r>
            <a:endParaRPr/>
          </a:p>
          <a:p>
            <a:pPr indent="-228600" lvl="1" marL="685800" rtl="0" algn="l">
              <a:lnSpc>
                <a:spcPct val="90000"/>
              </a:lnSpc>
              <a:spcBef>
                <a:spcPts val="500"/>
              </a:spcBef>
              <a:spcAft>
                <a:spcPts val="0"/>
              </a:spcAft>
              <a:buClr>
                <a:schemeClr val="dk1"/>
              </a:buClr>
              <a:buSzPts val="2400"/>
              <a:buChar char="•"/>
            </a:pPr>
            <a:r>
              <a:rPr lang="en-US"/>
              <a:t>Few sentences on related literature and what has thus far been tried, either in related conditions or with similar approaches and why your approach is novel</a:t>
            </a:r>
            <a:endParaRPr/>
          </a:p>
          <a:p>
            <a:pPr indent="-228600" lvl="0" marL="228600" rtl="0" algn="l">
              <a:lnSpc>
                <a:spcPct val="90000"/>
              </a:lnSpc>
              <a:spcBef>
                <a:spcPts val="1000"/>
              </a:spcBef>
              <a:spcAft>
                <a:spcPts val="0"/>
              </a:spcAft>
              <a:buClr>
                <a:schemeClr val="dk1"/>
              </a:buClr>
              <a:buSzPts val="2800"/>
              <a:buChar char="•"/>
            </a:pPr>
            <a:r>
              <a:rPr lang="en-US"/>
              <a:t>Note: Specific is better, should include input data and outputs</a:t>
            </a:r>
            <a:endParaRPr/>
          </a:p>
          <a:p>
            <a:pPr indent="-228600" lvl="0" marL="228600" rtl="0" algn="l">
              <a:lnSpc>
                <a:spcPct val="90000"/>
              </a:lnSpc>
              <a:spcBef>
                <a:spcPts val="1000"/>
              </a:spcBef>
              <a:spcAft>
                <a:spcPts val="0"/>
              </a:spcAft>
              <a:buClr>
                <a:schemeClr val="dk1"/>
              </a:buClr>
              <a:buSzPts val="2800"/>
              <a:buChar char="•"/>
            </a:pPr>
            <a:r>
              <a:rPr lang="en-US"/>
              <a:t>Examples: </a:t>
            </a:r>
            <a:endParaRPr/>
          </a:p>
          <a:p>
            <a:pPr indent="-228600" lvl="1" marL="685800" rtl="0" algn="l">
              <a:lnSpc>
                <a:spcPct val="90000"/>
              </a:lnSpc>
              <a:spcBef>
                <a:spcPts val="500"/>
              </a:spcBef>
              <a:spcAft>
                <a:spcPts val="0"/>
              </a:spcAft>
              <a:buClr>
                <a:schemeClr val="dk1"/>
              </a:buClr>
              <a:buSzPts val="2400"/>
              <a:buChar char="•"/>
            </a:pPr>
            <a:r>
              <a:rPr lang="en-US"/>
              <a:t>Can we predict sepsis at any point in emergency room patients based on clinical data collected in the first 24 hours?</a:t>
            </a:r>
            <a:endParaRPr/>
          </a:p>
          <a:p>
            <a:pPr indent="-228600" lvl="1" marL="685800" rtl="0" algn="l">
              <a:lnSpc>
                <a:spcPct val="90000"/>
              </a:lnSpc>
              <a:spcBef>
                <a:spcPts val="500"/>
              </a:spcBef>
              <a:spcAft>
                <a:spcPts val="0"/>
              </a:spcAft>
              <a:buClr>
                <a:schemeClr val="dk1"/>
              </a:buClr>
              <a:buSzPts val="2400"/>
              <a:buChar char="•"/>
            </a:pPr>
            <a:r>
              <a:rPr lang="en-US"/>
              <a:t>Based on vital signs at an outpatient visit, can we predict a patient’s hemoglobin level?</a:t>
            </a:r>
            <a:endParaRPr/>
          </a:p>
          <a:p>
            <a:pPr indent="-228600" lvl="1" marL="685800" rtl="0" algn="l">
              <a:lnSpc>
                <a:spcPct val="90000"/>
              </a:lnSpc>
              <a:spcBef>
                <a:spcPts val="500"/>
              </a:spcBef>
              <a:spcAft>
                <a:spcPts val="0"/>
              </a:spcAft>
              <a:buClr>
                <a:schemeClr val="dk1"/>
              </a:buClr>
              <a:buSzPts val="2400"/>
              <a:buChar char="•"/>
            </a:pPr>
            <a:r>
              <a:rPr lang="en-US"/>
              <a:t>Using patient interview transcripts, can we predict their MOCA score?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sp>
        <p:nvSpPr>
          <p:cNvPr id="120" name="Google Shape;120;p6"/>
          <p:cNvSpPr txBox="1"/>
          <p:nvPr>
            <p:ph type="title"/>
          </p:nvPr>
        </p:nvSpPr>
        <p:spPr>
          <a:xfrm>
            <a:off x="838200" y="180068"/>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a:t>Part 2: Implementation</a:t>
            </a:r>
            <a:endParaRPr/>
          </a:p>
        </p:txBody>
      </p:sp>
      <p:sp>
        <p:nvSpPr>
          <p:cNvPr id="121" name="Google Shape;121;p6"/>
          <p:cNvSpPr txBox="1"/>
          <p:nvPr>
            <p:ph idx="1" type="body"/>
          </p:nvPr>
        </p:nvSpPr>
        <p:spPr>
          <a:xfrm>
            <a:off x="838200" y="1252682"/>
            <a:ext cx="10515600" cy="5605318"/>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800"/>
              <a:buChar char="•"/>
            </a:pPr>
            <a:r>
              <a:rPr lang="en-US"/>
              <a:t>What AI approach will be used to address this question?</a:t>
            </a:r>
            <a:endParaRPr/>
          </a:p>
          <a:p>
            <a:pPr indent="-228600" lvl="0" marL="228600" rtl="0" algn="l">
              <a:lnSpc>
                <a:spcPct val="90000"/>
              </a:lnSpc>
              <a:spcBef>
                <a:spcPts val="1000"/>
              </a:spcBef>
              <a:spcAft>
                <a:spcPts val="0"/>
              </a:spcAft>
              <a:buClr>
                <a:schemeClr val="dk1"/>
              </a:buClr>
              <a:buSzPts val="2800"/>
              <a:buChar char="•"/>
            </a:pPr>
            <a:r>
              <a:rPr lang="en-US"/>
              <a:t>Task:</a:t>
            </a:r>
            <a:endParaRPr/>
          </a:p>
          <a:p>
            <a:pPr indent="-228600" lvl="1" marL="685800" rtl="0" algn="l">
              <a:lnSpc>
                <a:spcPct val="90000"/>
              </a:lnSpc>
              <a:spcBef>
                <a:spcPts val="500"/>
              </a:spcBef>
              <a:spcAft>
                <a:spcPts val="0"/>
              </a:spcAft>
              <a:buClr>
                <a:schemeClr val="dk1"/>
              </a:buClr>
              <a:buSzPts val="2400"/>
              <a:buChar char="•"/>
            </a:pPr>
            <a:r>
              <a:rPr lang="en-US"/>
              <a:t>Classification (multiclass) (multi single class)</a:t>
            </a:r>
            <a:endParaRPr/>
          </a:p>
          <a:p>
            <a:pPr indent="-228600" lvl="1" marL="685800" rtl="0" algn="l">
              <a:lnSpc>
                <a:spcPct val="90000"/>
              </a:lnSpc>
              <a:spcBef>
                <a:spcPts val="500"/>
              </a:spcBef>
              <a:spcAft>
                <a:spcPts val="0"/>
              </a:spcAft>
              <a:buClr>
                <a:schemeClr val="dk1"/>
              </a:buClr>
              <a:buSzPts val="2400"/>
              <a:buChar char="•"/>
            </a:pPr>
            <a:r>
              <a:rPr lang="en-US"/>
              <a:t>Regression </a:t>
            </a:r>
            <a:endParaRPr/>
          </a:p>
          <a:p>
            <a:pPr indent="-228600" lvl="1" marL="685800" rtl="0" algn="l">
              <a:lnSpc>
                <a:spcPct val="90000"/>
              </a:lnSpc>
              <a:spcBef>
                <a:spcPts val="500"/>
              </a:spcBef>
              <a:spcAft>
                <a:spcPts val="0"/>
              </a:spcAft>
              <a:buClr>
                <a:schemeClr val="dk1"/>
              </a:buClr>
              <a:buSzPts val="2400"/>
              <a:buChar char="•"/>
            </a:pPr>
            <a:r>
              <a:rPr lang="en-US"/>
              <a:t>Does your task have a special simplified name? i.e. image segmentation = pixel-based classification </a:t>
            </a:r>
            <a:endParaRPr/>
          </a:p>
          <a:p>
            <a:pPr indent="-228600" lvl="1" marL="685800" rtl="0" algn="l">
              <a:lnSpc>
                <a:spcPct val="90000"/>
              </a:lnSpc>
              <a:spcBef>
                <a:spcPts val="500"/>
              </a:spcBef>
              <a:spcAft>
                <a:spcPts val="0"/>
              </a:spcAft>
              <a:buClr>
                <a:schemeClr val="dk1"/>
              </a:buClr>
              <a:buSzPts val="2400"/>
              <a:buChar char="•"/>
            </a:pPr>
            <a:r>
              <a:rPr lang="en-US"/>
              <a:t>Generative?</a:t>
            </a:r>
            <a:endParaRPr/>
          </a:p>
          <a:p>
            <a:pPr indent="-228600" lvl="1" marL="685800" rtl="0" algn="l">
              <a:lnSpc>
                <a:spcPct val="90000"/>
              </a:lnSpc>
              <a:spcBef>
                <a:spcPts val="500"/>
              </a:spcBef>
              <a:spcAft>
                <a:spcPts val="0"/>
              </a:spcAft>
              <a:buClr>
                <a:schemeClr val="dk1"/>
              </a:buClr>
              <a:buSzPts val="2400"/>
              <a:buChar char="•"/>
            </a:pPr>
            <a:r>
              <a:rPr lang="en-US"/>
              <a:t>Don’t confuse LLM training with prompting</a:t>
            </a:r>
            <a:endParaRPr/>
          </a:p>
        </p:txBody>
      </p:sp>
      <p:pic>
        <p:nvPicPr>
          <p:cNvPr descr="LLMs 101: Prompt eng vs Fine-tuning vs RAG" id="122" name="Google Shape;122;p6"/>
          <p:cNvPicPr preferRelativeResize="0"/>
          <p:nvPr/>
        </p:nvPicPr>
        <p:blipFill rotWithShape="1">
          <a:blip r:embed="rId3">
            <a:alphaModFix/>
          </a:blip>
          <a:srcRect b="0" l="22507" r="20168" t="0"/>
          <a:stretch/>
        </p:blipFill>
        <p:spPr>
          <a:xfrm>
            <a:off x="8066314" y="3470747"/>
            <a:ext cx="3450772" cy="3387253"/>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7" name="Shape 127"/>
        <p:cNvGrpSpPr/>
        <p:nvPr/>
      </p:nvGrpSpPr>
      <p:grpSpPr>
        <a:xfrm>
          <a:off x="0" y="0"/>
          <a:ext cx="0" cy="0"/>
          <a:chOff x="0" y="0"/>
          <a:chExt cx="0" cy="0"/>
        </a:xfrm>
      </p:grpSpPr>
      <p:sp>
        <p:nvSpPr>
          <p:cNvPr id="128" name="Google Shape;128;p7"/>
          <p:cNvSpPr txBox="1"/>
          <p:nvPr>
            <p:ph type="title"/>
          </p:nvPr>
        </p:nvSpPr>
        <p:spPr>
          <a:xfrm>
            <a:off x="838200" y="180068"/>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a:t>Part 2: Implementation</a:t>
            </a:r>
            <a:endParaRPr/>
          </a:p>
        </p:txBody>
      </p:sp>
      <p:sp>
        <p:nvSpPr>
          <p:cNvPr id="129" name="Google Shape;129;p7"/>
          <p:cNvSpPr txBox="1"/>
          <p:nvPr>
            <p:ph idx="1" type="body"/>
          </p:nvPr>
        </p:nvSpPr>
        <p:spPr>
          <a:xfrm>
            <a:off x="838200" y="1505631"/>
            <a:ext cx="10515600" cy="5352368"/>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800"/>
              <a:buChar char="•"/>
            </a:pPr>
            <a:r>
              <a:rPr lang="en-US"/>
              <a:t>Deliverable: What is the technical problem statement?</a:t>
            </a:r>
            <a:endParaRPr/>
          </a:p>
          <a:p>
            <a:pPr indent="-228600" lvl="1" marL="685800" rtl="0" algn="l">
              <a:lnSpc>
                <a:spcPct val="90000"/>
              </a:lnSpc>
              <a:spcBef>
                <a:spcPts val="500"/>
              </a:spcBef>
              <a:spcAft>
                <a:spcPts val="0"/>
              </a:spcAft>
              <a:buClr>
                <a:schemeClr val="dk1"/>
              </a:buClr>
              <a:buSzPts val="2400"/>
              <a:buChar char="•"/>
            </a:pPr>
            <a:r>
              <a:rPr lang="en-US"/>
              <a:t>Deep learning based classification of patients into sepsis and sepsis free groups based on data from first 24 h of admission</a:t>
            </a:r>
            <a:endParaRPr/>
          </a:p>
          <a:p>
            <a:pPr indent="-228600" lvl="1" marL="685800" rtl="0" algn="l">
              <a:lnSpc>
                <a:spcPct val="90000"/>
              </a:lnSpc>
              <a:spcBef>
                <a:spcPts val="500"/>
              </a:spcBef>
              <a:spcAft>
                <a:spcPts val="0"/>
              </a:spcAft>
              <a:buClr>
                <a:schemeClr val="dk1"/>
              </a:buClr>
              <a:buSzPts val="2400"/>
              <a:buChar char="•"/>
            </a:pPr>
            <a:r>
              <a:rPr lang="en-US"/>
              <a:t>Prediction of patient hemoglobin levels using deep learning regression based on vital signs at outpatient visit</a:t>
            </a:r>
            <a:endParaRPr/>
          </a:p>
          <a:p>
            <a:pPr indent="-228600" lvl="1" marL="685800" rtl="0" algn="l">
              <a:lnSpc>
                <a:spcPct val="90000"/>
              </a:lnSpc>
              <a:spcBef>
                <a:spcPts val="500"/>
              </a:spcBef>
              <a:spcAft>
                <a:spcPts val="0"/>
              </a:spcAft>
              <a:buClr>
                <a:schemeClr val="dk1"/>
              </a:buClr>
              <a:buSzPts val="2400"/>
              <a:buChar char="•"/>
            </a:pPr>
            <a:r>
              <a:rPr lang="en-US"/>
              <a:t> Segmentation of soft tissue sarcoma using multimodal CT-MRI-PET data</a:t>
            </a:r>
            <a:endParaRPr/>
          </a:p>
          <a:p>
            <a:pPr indent="-228600" lvl="1" marL="685800" rtl="0" algn="l">
              <a:lnSpc>
                <a:spcPct val="90000"/>
              </a:lnSpc>
              <a:spcBef>
                <a:spcPts val="500"/>
              </a:spcBef>
              <a:spcAft>
                <a:spcPts val="0"/>
              </a:spcAft>
              <a:buClr>
                <a:schemeClr val="dk1"/>
              </a:buClr>
              <a:buSzPts val="2400"/>
              <a:buChar char="•"/>
            </a:pPr>
            <a:r>
              <a:rPr lang="en-US"/>
              <a:t>Prediction of patient MOCA scores using deep learning based regression on language embedding encoded interview transcripts</a:t>
            </a:r>
            <a:endParaRPr/>
          </a:p>
          <a:p>
            <a:pPr indent="-228600" lvl="0" marL="228600" rtl="0" algn="l">
              <a:lnSpc>
                <a:spcPct val="90000"/>
              </a:lnSpc>
              <a:spcBef>
                <a:spcPts val="1000"/>
              </a:spcBef>
              <a:spcAft>
                <a:spcPts val="0"/>
              </a:spcAft>
              <a:buClr>
                <a:schemeClr val="dk1"/>
              </a:buClr>
              <a:buSzPts val="2800"/>
              <a:buChar char="•"/>
            </a:pPr>
            <a:r>
              <a:rPr lang="en-US"/>
              <a:t>Deliverable: Few sentences on why this approach to implementation makes sense.</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3" name="Shape 133"/>
        <p:cNvGrpSpPr/>
        <p:nvPr/>
      </p:nvGrpSpPr>
      <p:grpSpPr>
        <a:xfrm>
          <a:off x="0" y="0"/>
          <a:ext cx="0" cy="0"/>
          <a:chOff x="0" y="0"/>
          <a:chExt cx="0" cy="0"/>
        </a:xfrm>
      </p:grpSpPr>
      <p:sp>
        <p:nvSpPr>
          <p:cNvPr id="134" name="Google Shape;134;p8"/>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a:t>Part 3: Data Sourcing</a:t>
            </a:r>
            <a:endParaRPr/>
          </a:p>
        </p:txBody>
      </p:sp>
      <p:sp>
        <p:nvSpPr>
          <p:cNvPr id="135" name="Google Shape;135;p8"/>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800"/>
              <a:buChar char="•"/>
            </a:pPr>
            <a:r>
              <a:rPr lang="en-US"/>
              <a:t>What data will you need and why? Ex. If you are doing prediction of hemoglobin, do you need their IgM level?</a:t>
            </a:r>
            <a:endParaRPr/>
          </a:p>
          <a:p>
            <a:pPr indent="-228600" lvl="0" marL="228600" rtl="0" algn="l">
              <a:lnSpc>
                <a:spcPct val="90000"/>
              </a:lnSpc>
              <a:spcBef>
                <a:spcPts val="1000"/>
              </a:spcBef>
              <a:spcAft>
                <a:spcPts val="0"/>
              </a:spcAft>
              <a:buClr>
                <a:schemeClr val="dk1"/>
              </a:buClr>
              <a:buSzPts val="2800"/>
              <a:buChar char="•"/>
            </a:pPr>
            <a:r>
              <a:rPr lang="en-US"/>
              <a:t>How will you acquire the data used in this project?</a:t>
            </a:r>
            <a:endParaRPr/>
          </a:p>
          <a:p>
            <a:pPr indent="-228600" lvl="0" marL="228600" rtl="0" algn="l">
              <a:lnSpc>
                <a:spcPct val="90000"/>
              </a:lnSpc>
              <a:spcBef>
                <a:spcPts val="1000"/>
              </a:spcBef>
              <a:spcAft>
                <a:spcPts val="0"/>
              </a:spcAft>
              <a:buClr>
                <a:schemeClr val="dk1"/>
              </a:buClr>
              <a:buSzPts val="2800"/>
              <a:buChar char="•"/>
            </a:pPr>
            <a:r>
              <a:rPr lang="en-US"/>
              <a:t>Are there any public datasets that can be used? If not, why?</a:t>
            </a:r>
            <a:endParaRPr/>
          </a:p>
          <a:p>
            <a:pPr indent="-228600" lvl="0" marL="228600" rtl="0" algn="l">
              <a:lnSpc>
                <a:spcPct val="90000"/>
              </a:lnSpc>
              <a:spcBef>
                <a:spcPts val="1000"/>
              </a:spcBef>
              <a:spcAft>
                <a:spcPts val="0"/>
              </a:spcAft>
              <a:buClr>
                <a:schemeClr val="dk1"/>
              </a:buClr>
              <a:buSzPts val="2800"/>
              <a:buChar char="•"/>
            </a:pPr>
            <a:r>
              <a:rPr lang="en-US"/>
              <a:t>Will the data need to be cleaned, standardized or preprocessed at all? Will we remove outliers? Should some part of the input data be discarded? What biases might your approach of data gathering lead to?</a:t>
            </a:r>
            <a:endParaRPr/>
          </a:p>
          <a:p>
            <a:pPr indent="-228600" lvl="0" marL="228600" rtl="0" algn="l">
              <a:lnSpc>
                <a:spcPct val="90000"/>
              </a:lnSpc>
              <a:spcBef>
                <a:spcPts val="1000"/>
              </a:spcBef>
              <a:spcAft>
                <a:spcPts val="0"/>
              </a:spcAft>
              <a:buClr>
                <a:schemeClr val="dk1"/>
              </a:buClr>
              <a:buSzPts val="2800"/>
              <a:buChar char="•"/>
            </a:pPr>
            <a:r>
              <a:rPr lang="en-US"/>
              <a:t>Deliverable: Answer the above questions in a paragraph</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9" name="Shape 139"/>
        <p:cNvGrpSpPr/>
        <p:nvPr/>
      </p:nvGrpSpPr>
      <p:grpSpPr>
        <a:xfrm>
          <a:off x="0" y="0"/>
          <a:ext cx="0" cy="0"/>
          <a:chOff x="0" y="0"/>
          <a:chExt cx="0" cy="0"/>
        </a:xfrm>
      </p:grpSpPr>
      <p:sp>
        <p:nvSpPr>
          <p:cNvPr id="140" name="Google Shape;140;p9"/>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a:t>Part 4: Additional Technical Dive</a:t>
            </a:r>
            <a:endParaRPr/>
          </a:p>
        </p:txBody>
      </p:sp>
      <p:sp>
        <p:nvSpPr>
          <p:cNvPr id="141" name="Google Shape;141;p9"/>
          <p:cNvSpPr txBox="1"/>
          <p:nvPr>
            <p:ph idx="1" type="body"/>
          </p:nvPr>
        </p:nvSpPr>
        <p:spPr>
          <a:xfrm>
            <a:off x="838200" y="1825625"/>
            <a:ext cx="10515600" cy="895804"/>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800"/>
              <a:buChar char="•"/>
            </a:pPr>
            <a:r>
              <a:rPr lang="en-US"/>
              <a:t>Deliverable: A paragraph on </a:t>
            </a:r>
            <a:r>
              <a:rPr b="1" lang="en-US"/>
              <a:t>one</a:t>
            </a:r>
            <a:r>
              <a:rPr lang="en-US"/>
              <a:t> of these technical areas and what the considerations will be in your intervention</a:t>
            </a:r>
            <a:endParaRPr/>
          </a:p>
        </p:txBody>
      </p:sp>
      <p:pic>
        <p:nvPicPr>
          <p:cNvPr id="142" name="Google Shape;142;p9"/>
          <p:cNvPicPr preferRelativeResize="0"/>
          <p:nvPr/>
        </p:nvPicPr>
        <p:blipFill rotWithShape="1">
          <a:blip r:embed="rId3">
            <a:alphaModFix/>
          </a:blip>
          <a:srcRect b="32108" l="0" r="0" t="0"/>
          <a:stretch/>
        </p:blipFill>
        <p:spPr>
          <a:xfrm>
            <a:off x="1743100" y="2721429"/>
            <a:ext cx="8705799" cy="3931857"/>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6" name="Shape 146"/>
        <p:cNvGrpSpPr/>
        <p:nvPr/>
      </p:nvGrpSpPr>
      <p:grpSpPr>
        <a:xfrm>
          <a:off x="0" y="0"/>
          <a:ext cx="0" cy="0"/>
          <a:chOff x="0" y="0"/>
          <a:chExt cx="0" cy="0"/>
        </a:xfrm>
      </p:grpSpPr>
      <p:sp>
        <p:nvSpPr>
          <p:cNvPr id="147" name="Google Shape;147;p10"/>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a:t>Part 5: Deployment and clinical relevance</a:t>
            </a:r>
            <a:endParaRPr/>
          </a:p>
        </p:txBody>
      </p:sp>
      <p:sp>
        <p:nvSpPr>
          <p:cNvPr id="148" name="Google Shape;148;p10"/>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800"/>
              <a:buChar char="•"/>
            </a:pPr>
            <a:r>
              <a:rPr lang="en-US"/>
              <a:t>Deliverable: Few sentences on output metrics that will be tracked to determine and monitor the success of the algorithm</a:t>
            </a:r>
            <a:endParaRPr/>
          </a:p>
          <a:p>
            <a:pPr indent="-228600" lvl="1" marL="685800" rtl="0" algn="l">
              <a:lnSpc>
                <a:spcPct val="90000"/>
              </a:lnSpc>
              <a:spcBef>
                <a:spcPts val="500"/>
              </a:spcBef>
              <a:spcAft>
                <a:spcPts val="0"/>
              </a:spcAft>
              <a:buClr>
                <a:schemeClr val="dk1"/>
              </a:buClr>
              <a:buSzPts val="2400"/>
              <a:buChar char="•"/>
            </a:pPr>
            <a:r>
              <a:rPr lang="en-US"/>
              <a:t>F1, AUROC, Sensitivity, Specificity, PPV, ballpark numbers that would be acceptable</a:t>
            </a:r>
            <a:endParaRPr/>
          </a:p>
          <a:p>
            <a:pPr indent="-228600" lvl="0" marL="228600" rtl="0" algn="l">
              <a:lnSpc>
                <a:spcPct val="90000"/>
              </a:lnSpc>
              <a:spcBef>
                <a:spcPts val="1000"/>
              </a:spcBef>
              <a:spcAft>
                <a:spcPts val="0"/>
              </a:spcAft>
              <a:buClr>
                <a:schemeClr val="dk1"/>
              </a:buClr>
              <a:buSzPts val="2800"/>
              <a:buChar char="•"/>
            </a:pPr>
            <a:r>
              <a:rPr lang="en-US"/>
              <a:t>Deliverable: Paragraph on potential pitfalls to rollout in the clinic. What would biased results look like in the final model? Could the results slow down workflows in an unexpected way? How will periodic surveillance for data drift be implemented?</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2" name="Shape 152"/>
        <p:cNvGrpSpPr/>
        <p:nvPr/>
      </p:nvGrpSpPr>
      <p:grpSpPr>
        <a:xfrm>
          <a:off x="0" y="0"/>
          <a:ext cx="0" cy="0"/>
          <a:chOff x="0" y="0"/>
          <a:chExt cx="0" cy="0"/>
        </a:xfrm>
      </p:grpSpPr>
      <p:sp>
        <p:nvSpPr>
          <p:cNvPr id="153" name="Google Shape;153;p11"/>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a:t>Use of AI</a:t>
            </a:r>
            <a:endParaRPr/>
          </a:p>
        </p:txBody>
      </p:sp>
      <p:sp>
        <p:nvSpPr>
          <p:cNvPr id="154" name="Google Shape;154;p11"/>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800"/>
              <a:buChar char="•"/>
            </a:pPr>
            <a:r>
              <a:rPr lang="en-US"/>
              <a:t>Let AI be your assistant, not your replacement</a:t>
            </a:r>
            <a:endParaRPr/>
          </a:p>
          <a:p>
            <a:pPr indent="-228600" lvl="0" marL="228600" rtl="0" algn="l">
              <a:lnSpc>
                <a:spcPct val="90000"/>
              </a:lnSpc>
              <a:spcBef>
                <a:spcPts val="1000"/>
              </a:spcBef>
              <a:spcAft>
                <a:spcPts val="0"/>
              </a:spcAft>
              <a:buClr>
                <a:schemeClr val="dk1"/>
              </a:buClr>
              <a:buSzPts val="2800"/>
              <a:buChar char="•"/>
            </a:pPr>
            <a:r>
              <a:rPr lang="en-US"/>
              <a:t>Use AI as you see fit, but be ready to explain your choices verbally</a:t>
            </a:r>
            <a:endParaRPr/>
          </a:p>
          <a:p>
            <a:pPr indent="-228600" lvl="0" marL="228600" rtl="0" algn="l">
              <a:lnSpc>
                <a:spcPct val="90000"/>
              </a:lnSpc>
              <a:spcBef>
                <a:spcPts val="1000"/>
              </a:spcBef>
              <a:spcAft>
                <a:spcPts val="0"/>
              </a:spcAft>
              <a:buClr>
                <a:schemeClr val="dk1"/>
              </a:buClr>
              <a:buSzPts val="2800"/>
              <a:buChar char="•"/>
            </a:pPr>
            <a:r>
              <a:rPr lang="en-US"/>
              <a:t>Any work AI does that you turn in you place your seal of approval on, including errors</a:t>
            </a:r>
            <a:endParaRPr/>
          </a:p>
          <a:p>
            <a:pPr indent="-228600" lvl="0" marL="228600" rtl="0" algn="l">
              <a:lnSpc>
                <a:spcPct val="90000"/>
              </a:lnSpc>
              <a:spcBef>
                <a:spcPts val="1000"/>
              </a:spcBef>
              <a:spcAft>
                <a:spcPts val="0"/>
              </a:spcAft>
              <a:buClr>
                <a:schemeClr val="dk1"/>
              </a:buClr>
              <a:buSzPts val="2800"/>
              <a:buChar char="•"/>
            </a:pPr>
            <a:r>
              <a:rPr lang="en-US"/>
              <a:t>Last day of class will call on some people randomly to discuss various decisions they’ve made</a:t>
            </a:r>
            <a:endParaRPr/>
          </a:p>
          <a:p>
            <a:pPr indent="-50800" lvl="0" marL="228600" rtl="0" algn="l">
              <a:lnSpc>
                <a:spcPct val="90000"/>
              </a:lnSpc>
              <a:spcBef>
                <a:spcPts val="1000"/>
              </a:spcBef>
              <a:spcAft>
                <a:spcPts val="0"/>
              </a:spcAft>
              <a:buClr>
                <a:schemeClr val="dk1"/>
              </a:buClr>
              <a:buSzPts val="2800"/>
              <a:buNone/>
            </a:pPr>
            <a:r>
              <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8" name="Shape 158"/>
        <p:cNvGrpSpPr/>
        <p:nvPr/>
      </p:nvGrpSpPr>
      <p:grpSpPr>
        <a:xfrm>
          <a:off x="0" y="0"/>
          <a:ext cx="0" cy="0"/>
          <a:chOff x="0" y="0"/>
          <a:chExt cx="0" cy="0"/>
        </a:xfrm>
      </p:grpSpPr>
      <p:sp>
        <p:nvSpPr>
          <p:cNvPr id="159" name="Google Shape;159;p12"/>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a:t>Grading</a:t>
            </a:r>
            <a:endParaRPr/>
          </a:p>
        </p:txBody>
      </p:sp>
      <p:sp>
        <p:nvSpPr>
          <p:cNvPr id="160" name="Google Shape;160;p12"/>
          <p:cNvSpPr txBox="1"/>
          <p:nvPr>
            <p:ph idx="1" type="body"/>
          </p:nvPr>
        </p:nvSpPr>
        <p:spPr>
          <a:xfrm>
            <a:off x="838200" y="1446834"/>
            <a:ext cx="10515600" cy="5127585"/>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800"/>
              <a:buChar char="•"/>
            </a:pPr>
            <a:r>
              <a:rPr lang="en-US"/>
              <a:t>10/10 possible on each section, maximum 50/50</a:t>
            </a:r>
            <a:endParaRPr/>
          </a:p>
          <a:p>
            <a:pPr indent="-228600" lvl="0" marL="228600" rtl="0" algn="l">
              <a:lnSpc>
                <a:spcPct val="90000"/>
              </a:lnSpc>
              <a:spcBef>
                <a:spcPts val="1000"/>
              </a:spcBef>
              <a:spcAft>
                <a:spcPts val="0"/>
              </a:spcAft>
              <a:buClr>
                <a:schemeClr val="dk1"/>
              </a:buClr>
              <a:buSzPts val="2800"/>
              <a:buChar char="•"/>
            </a:pPr>
            <a:r>
              <a:rPr lang="en-US"/>
              <a:t>Will be graded on correctness, clinical relevance and mastery of technical knowledge </a:t>
            </a:r>
            <a:endParaRPr/>
          </a:p>
          <a:p>
            <a:pPr indent="-228600" lvl="0" marL="228600" rtl="0" algn="l">
              <a:lnSpc>
                <a:spcPct val="90000"/>
              </a:lnSpc>
              <a:spcBef>
                <a:spcPts val="1000"/>
              </a:spcBef>
              <a:spcAft>
                <a:spcPts val="0"/>
              </a:spcAft>
              <a:buClr>
                <a:schemeClr val="dk1"/>
              </a:buClr>
              <a:buSzPts val="2800"/>
              <a:buChar char="•"/>
            </a:pPr>
            <a:r>
              <a:rPr lang="en-US"/>
              <a:t>Thoughtful responses that show clear effort will definitely pass</a:t>
            </a:r>
            <a:endParaRPr/>
          </a:p>
          <a:p>
            <a:pPr indent="-228600" lvl="0" marL="228600" rtl="0" algn="l">
              <a:lnSpc>
                <a:spcPct val="90000"/>
              </a:lnSpc>
              <a:spcBef>
                <a:spcPts val="1000"/>
              </a:spcBef>
              <a:spcAft>
                <a:spcPts val="0"/>
              </a:spcAft>
              <a:buClr>
                <a:schemeClr val="dk1"/>
              </a:buClr>
              <a:buSzPts val="2800"/>
              <a:buChar char="•"/>
            </a:pPr>
            <a:r>
              <a:rPr lang="en-US"/>
              <a:t>70% is passing, 50% of overall course grade</a:t>
            </a:r>
            <a:endParaRPr/>
          </a:p>
          <a:p>
            <a:pPr indent="-228600" lvl="0" marL="228600" rtl="0" algn="l">
              <a:lnSpc>
                <a:spcPct val="90000"/>
              </a:lnSpc>
              <a:spcBef>
                <a:spcPts val="1000"/>
              </a:spcBef>
              <a:spcAft>
                <a:spcPts val="0"/>
              </a:spcAft>
              <a:buClr>
                <a:schemeClr val="dk1"/>
              </a:buClr>
              <a:buSzPts val="2800"/>
              <a:buChar char="•"/>
            </a:pPr>
            <a:r>
              <a:rPr lang="en-US"/>
              <a:t>Will be averaged with attendance percentage to determine final grade</a:t>
            </a:r>
            <a:endParaRPr/>
          </a:p>
          <a:p>
            <a:pPr indent="-228600" lvl="0" marL="228600" rtl="0" algn="l">
              <a:lnSpc>
                <a:spcPct val="90000"/>
              </a:lnSpc>
              <a:spcBef>
                <a:spcPts val="1000"/>
              </a:spcBef>
              <a:spcAft>
                <a:spcPts val="0"/>
              </a:spcAft>
              <a:buClr>
                <a:schemeClr val="dk1"/>
              </a:buClr>
              <a:buSzPts val="2800"/>
              <a:buChar char="•"/>
            </a:pPr>
            <a:r>
              <a:rPr lang="en-US"/>
              <a:t>Bonus up to 10% if you give a 10-15 min powerpoint presentation to the class on last day</a:t>
            </a:r>
            <a:endParaRPr/>
          </a:p>
          <a:p>
            <a:pPr indent="-228600" lvl="0" marL="228600" rtl="0" algn="l">
              <a:lnSpc>
                <a:spcPct val="90000"/>
              </a:lnSpc>
              <a:spcBef>
                <a:spcPts val="1000"/>
              </a:spcBef>
              <a:spcAft>
                <a:spcPts val="0"/>
              </a:spcAft>
              <a:buClr>
                <a:schemeClr val="dk1"/>
              </a:buClr>
              <a:buSzPts val="2800"/>
              <a:buChar char="•"/>
            </a:pPr>
            <a:r>
              <a:rPr lang="en-US"/>
              <a:t>Reserve the right to award lower scores on a given section if it is blatantly AI generated with zero edits + cannot explain when asked</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13"/>
          <p:cNvSpPr txBox="1"/>
          <p:nvPr>
            <p:ph type="title"/>
          </p:nvPr>
        </p:nvSpPr>
        <p:spPr>
          <a:xfrm>
            <a:off x="838200" y="365125"/>
            <a:ext cx="10515600" cy="1325563"/>
          </a:xfrm>
          <a:prstGeom prst="rect">
            <a:avLst/>
          </a:prstGeom>
          <a:noFill/>
          <a:ln>
            <a:noFill/>
          </a:ln>
        </p:spPr>
        <p:txBody>
          <a:bodyPr anchorCtr="0" anchor="ctr" bIns="45700" lIns="91425" spcFirstLastPara="1" rIns="91425" wrap="square" tIns="45700">
            <a:normAutofit/>
          </a:bodyPr>
          <a:lstStyle/>
          <a:p>
            <a:pPr indent="0" lvl="0" marL="0" rtl="0" algn="l">
              <a:lnSpc>
                <a:spcPct val="90000"/>
              </a:lnSpc>
              <a:spcBef>
                <a:spcPts val="0"/>
              </a:spcBef>
              <a:spcAft>
                <a:spcPts val="0"/>
              </a:spcAft>
              <a:buClr>
                <a:schemeClr val="dk1"/>
              </a:buClr>
              <a:buSzPts val="4400"/>
              <a:buFont typeface="Play"/>
              <a:buNone/>
            </a:pPr>
            <a:r>
              <a:rPr lang="en-US"/>
              <a:t>Final Thoughts</a:t>
            </a:r>
            <a:endParaRPr/>
          </a:p>
        </p:txBody>
      </p:sp>
      <p:sp>
        <p:nvSpPr>
          <p:cNvPr id="166" name="Google Shape;166;p13"/>
          <p:cNvSpPr txBox="1"/>
          <p:nvPr>
            <p:ph idx="1" type="body"/>
          </p:nvPr>
        </p:nvSpPr>
        <p:spPr>
          <a:xfrm>
            <a:off x="838200" y="1825625"/>
            <a:ext cx="10515600" cy="4351338"/>
          </a:xfrm>
          <a:prstGeom prst="rect">
            <a:avLst/>
          </a:prstGeom>
          <a:noFill/>
          <a:ln>
            <a:noFill/>
          </a:ln>
        </p:spPr>
        <p:txBody>
          <a:bodyPr anchorCtr="0" anchor="t" bIns="45700" lIns="91425" spcFirstLastPara="1" rIns="91425" wrap="square" tIns="45700">
            <a:normAutofit/>
          </a:bodyPr>
          <a:lstStyle/>
          <a:p>
            <a:pPr indent="-228600" lvl="0" marL="228600" rtl="0" algn="l">
              <a:lnSpc>
                <a:spcPct val="90000"/>
              </a:lnSpc>
              <a:spcBef>
                <a:spcPts val="0"/>
              </a:spcBef>
              <a:spcAft>
                <a:spcPts val="0"/>
              </a:spcAft>
              <a:buClr>
                <a:schemeClr val="dk1"/>
              </a:buClr>
              <a:buSzPts val="2800"/>
              <a:buChar char="•"/>
            </a:pPr>
            <a:r>
              <a:rPr lang="en-US"/>
              <a:t>You get out what you put in</a:t>
            </a:r>
            <a:endParaRPr/>
          </a:p>
          <a:p>
            <a:pPr indent="-228600" lvl="0" marL="228600" rtl="0" algn="l">
              <a:lnSpc>
                <a:spcPct val="90000"/>
              </a:lnSpc>
              <a:spcBef>
                <a:spcPts val="1000"/>
              </a:spcBef>
              <a:spcAft>
                <a:spcPts val="0"/>
              </a:spcAft>
              <a:buClr>
                <a:schemeClr val="dk1"/>
              </a:buClr>
              <a:buSzPts val="2800"/>
              <a:buChar char="•"/>
            </a:pPr>
            <a:r>
              <a:rPr lang="en-US"/>
              <a:t>Work hard on this and it could become a real research question you attempt to solve!</a:t>
            </a:r>
            <a:endParaRPr/>
          </a:p>
          <a:p>
            <a:pPr indent="-228600" lvl="0" marL="228600" rtl="0" algn="l">
              <a:lnSpc>
                <a:spcPct val="90000"/>
              </a:lnSpc>
              <a:spcBef>
                <a:spcPts val="1000"/>
              </a:spcBef>
              <a:spcAft>
                <a:spcPts val="0"/>
              </a:spcAft>
              <a:buClr>
                <a:schemeClr val="dk1"/>
              </a:buClr>
              <a:buSzPts val="2800"/>
              <a:buChar char="•"/>
            </a:pPr>
            <a:r>
              <a:rPr lang="en-US">
                <a:highlight>
                  <a:schemeClr val="lt1"/>
                </a:highlight>
              </a:rPr>
              <a:t>We </a:t>
            </a:r>
            <a:r>
              <a:rPr lang="en-US"/>
              <a:t>are available after class for up to 1 hour to answer any questions that come up</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2025-10-21T21:36:37Z</dcterms:created>
  <dc:creator>Stephen Lostetter</dc:creator>
</cp:coreProperties>
</file>